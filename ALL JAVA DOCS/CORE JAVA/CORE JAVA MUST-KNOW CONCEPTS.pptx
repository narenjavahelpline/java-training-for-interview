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D9D12-B1EF-2E59-A73A-2A461AB9F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218C9-6DB8-49CA-4CFF-EE4CD866D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5C143-765F-27C2-FC1E-4E4151A4E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76B16-B832-36BB-44FF-662347136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A56D0-6D0C-EA75-4187-90624A413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60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7396D-0471-C40B-4E45-56B924D05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A212F-409A-1304-07A3-C6500262C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5DE07-A3FD-A8E5-9689-6688B33EE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F8F69-B98E-8242-3C11-08E8DB6A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78A94-6A51-36F5-80EF-940DB8362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96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2C175-7CC0-2321-F6F0-1CF5C0A8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607DD-4725-57DD-362D-B34FF75B1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2F028-D35A-35A3-3F7F-21F6032D8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A3831-24A3-F1F3-D77F-57CBA8196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6F883-35FD-015D-E290-DAF0B4156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09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1285-5BF6-85B7-2454-63E76F10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80528-AFA9-5C0D-4BB0-5FB383EBC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3533F-4B73-745E-3E32-EED9CA5B1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C755D-B924-A0B5-88B6-515DBDF26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CB906-A387-AC22-BD69-B08425B62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8A6F7-3B7D-7CFD-D410-D1900A40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40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8BD37-93F1-F4DD-95E0-A3976D20D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A1C60-F38A-1152-C02A-7F3E51831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EDEEC-F5EC-148A-55CE-DD173E7E3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8BD46-F4AB-2FC5-7D0F-F39F54E15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F617D-4C7D-4BF5-9B16-F0394649D4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BFEE3-A999-8D38-4AA9-4234190F5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A8A697-7084-8094-9903-7AB495FE7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7198F-AEA5-CA5D-FE0E-259640F0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22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D4DEE-378C-D4E4-B9C4-E1595AEDF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40E8D-206D-268B-EA75-4908B7D0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903946-0F35-560D-E41D-69A1CC5E3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C2340-A6DC-2978-FFFC-6674ACD9E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7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E65E20-A0BA-15B9-C069-75F60D9DC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0918BA-CF35-107A-9B44-F048FFFB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8C18C-8F72-272D-3FE4-8524E453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1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4FF05-B8F3-8370-D0D3-282A5DEC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FCD71-1D75-1E4C-5C31-3B418D466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972DE-4567-6D54-A359-041D03B31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B3D05-F4BD-5480-9DC6-333B5A07B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EF8D7-56AD-EDE5-9084-6CA8CBAC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09F66-43D4-E198-CF7B-529E11DE0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7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A1D88-85F7-A140-BE3C-80D8A9002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A6DE9-557E-5695-87C9-A2D57E7DA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D005B-F263-F69C-87D0-D345CE0E0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B7AAA-D8C6-50FC-2CA8-1DFBCDBED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73D13-B566-F5C3-6D94-3BAFC83C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2B931-D9A8-1FF9-59CD-45B198D0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89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94D6-2D20-EA50-F71F-B185A9FD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A0C62-32AA-EA72-6A84-2CF851D98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60DB1-9E44-5559-9C5A-49B27CF7E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07AB-BF41-D6EC-56AA-E0DDBA31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FBD68-4F3D-DBFD-D8F8-B76317654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12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98A314-D563-37E3-ED94-799624EB0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2BA3B-33B2-7AD5-08C0-98C7AB7EA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19D99-0BB9-6BCC-7B68-A275EB9C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CB4F3-2604-2B96-A1ED-28D6E73B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ED67A-4A36-2AB4-1ECE-03BE8BAA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36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D705C-864B-1246-F1C1-BE0EF9934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914C8-D6D3-A759-2766-8A89C58D8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2B33F-6AFB-EE8E-087F-3D9EA4B70B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36598-820D-F344-4AC7-8004006C2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9452C-2E82-0C36-8690-74B6ACFFD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CORE JAVA MUST-KNOW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fresher to senior Java developers</a:t>
            </a:r>
          </a:p>
          <a:p>
            <a:r>
              <a:rPr lang="en-IN" dirty="0"/>
              <a:t>𝗨𝘀𝗲 𝘁𝗵𝗶𝘀 𝗮𝘀 your complete 𝗝𝗮𝘃𝗮 interview checklist.</a:t>
            </a:r>
            <a:endParaRPr lang="en-US" dirty="0"/>
          </a:p>
          <a:p>
            <a:r>
              <a:rPr dirty="0"/>
              <a:t>Java 8 → Java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1. OOPs &amp;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Object &amp; Class</a:t>
            </a:r>
          </a:p>
          <a:p>
            <a:pPr lvl="1"/>
            <a:r>
              <a:rPr dirty="0"/>
              <a:t>Encapsulation, Inheritance, Polymorphism, Abstraction</a:t>
            </a:r>
            <a:endParaRPr lang="en-IN" dirty="0"/>
          </a:p>
          <a:p>
            <a:pPr lvl="1"/>
            <a:r>
              <a:rPr dirty="0"/>
              <a:t>Overloading vs Overriding</a:t>
            </a:r>
          </a:p>
          <a:p>
            <a:pPr lvl="1"/>
            <a:r>
              <a:rPr dirty="0"/>
              <a:t>Abstract Class vs Interface (Java 8+)</a:t>
            </a:r>
          </a:p>
          <a:p>
            <a:pPr lvl="1"/>
            <a:r>
              <a:rPr dirty="0"/>
              <a:t>Real-world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2. JVM &amp; Platform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JDK vs JRE vs JVM</a:t>
            </a:r>
          </a:p>
          <a:p>
            <a:pPr lvl="1"/>
            <a:r>
              <a:rPr dirty="0"/>
              <a:t>JVM Architecture Overview</a:t>
            </a:r>
          </a:p>
          <a:p>
            <a:pPr lvl="1"/>
            <a:r>
              <a:rPr dirty="0"/>
              <a:t>static keyword (memory &amp; pitfalls)</a:t>
            </a:r>
            <a:endParaRPr lang="en-IN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3. Strings &amp; Utilities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String Immutability</a:t>
            </a:r>
          </a:p>
          <a:p>
            <a:pPr lvl="1"/>
            <a:r>
              <a:rPr dirty="0"/>
              <a:t>String Pool</a:t>
            </a:r>
          </a:p>
          <a:p>
            <a:pPr lvl="1"/>
            <a:r>
              <a:rPr dirty="0"/>
              <a:t>String vs StringBuilder vs </a:t>
            </a:r>
            <a:r>
              <a:rPr dirty="0" err="1"/>
              <a:t>StringBuffer</a:t>
            </a:r>
            <a:endParaRPr lang="en-IN" dirty="0"/>
          </a:p>
          <a:p>
            <a:pPr marL="3429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4. Object Class &amp; Equality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dirty="0"/>
              <a:t>Why override both?</a:t>
            </a:r>
          </a:p>
          <a:p>
            <a:pPr lvl="1"/>
            <a:r>
              <a:rPr dirty="0"/>
              <a:t>HashMap &amp; HashSet real issues</a:t>
            </a:r>
            <a:endParaRPr lang="en-IN" dirty="0"/>
          </a:p>
          <a:p>
            <a:pPr lvl="1"/>
            <a:r>
              <a:rPr lang="en-IN" dirty="0"/>
              <a:t>equals() &amp; </a:t>
            </a:r>
            <a:r>
              <a:rPr lang="en-IN" dirty="0" err="1"/>
              <a:t>hashCode</a:t>
            </a:r>
            <a:r>
              <a:rPr lang="en-IN" dirty="0"/>
              <a:t>() contract</a:t>
            </a:r>
          </a:p>
          <a:p>
            <a:pPr marL="3429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5. 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Checked vs Unchecked</a:t>
            </a:r>
          </a:p>
          <a:p>
            <a:pPr lvl="1"/>
            <a:r>
              <a:rPr dirty="0"/>
              <a:t>try-catch-finally</a:t>
            </a:r>
          </a:p>
          <a:p>
            <a:pPr lvl="1"/>
            <a:r>
              <a:rPr dirty="0"/>
              <a:t>try-with-resources</a:t>
            </a:r>
          </a:p>
          <a:p>
            <a:pPr lvl="1"/>
            <a:r>
              <a:rPr dirty="0"/>
              <a:t>Custom exceptions &amp; best practices</a:t>
            </a:r>
            <a:endParaRPr lang="en-IN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6. Collections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da-DK" dirty="0"/>
              <a:t>List vs Set vs Map</a:t>
            </a:r>
            <a:endParaRPr lang="en-IN" dirty="0"/>
          </a:p>
          <a:p>
            <a:pPr lvl="1"/>
            <a:r>
              <a:rPr dirty="0" err="1"/>
              <a:t>ArrayList</a:t>
            </a:r>
            <a:r>
              <a:rPr dirty="0"/>
              <a:t> vs LinkedList</a:t>
            </a:r>
          </a:p>
          <a:p>
            <a:pPr lvl="1"/>
            <a:r>
              <a:rPr dirty="0"/>
              <a:t>HashMap internals</a:t>
            </a:r>
          </a:p>
          <a:p>
            <a:pPr lvl="1"/>
            <a:r>
              <a:rPr dirty="0"/>
              <a:t>Comparable vs Comparator</a:t>
            </a:r>
          </a:p>
          <a:p>
            <a:pPr lvl="1"/>
            <a:r>
              <a:rPr dirty="0"/>
              <a:t>Fail-fast vs Fail-safe</a:t>
            </a:r>
            <a:endParaRPr lang="en-IN" dirty="0"/>
          </a:p>
          <a:p>
            <a:pPr marL="3429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7. Multithreading &amp;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Thread lifecycle</a:t>
            </a:r>
          </a:p>
          <a:p>
            <a:pPr lvl="1"/>
            <a:r>
              <a:rPr dirty="0"/>
              <a:t>synchronized &amp; intrinsic locks</a:t>
            </a:r>
          </a:p>
          <a:p>
            <a:pPr lvl="1"/>
            <a:r>
              <a:rPr dirty="0"/>
              <a:t>Deadlock prevention</a:t>
            </a:r>
          </a:p>
          <a:p>
            <a:pPr lvl="1"/>
            <a:r>
              <a:rPr dirty="0"/>
              <a:t>volatile vs synchronization</a:t>
            </a:r>
          </a:p>
          <a:p>
            <a:pPr lvl="1"/>
            <a:r>
              <a:rPr dirty="0"/>
              <a:t>Thread safety concepts</a:t>
            </a:r>
            <a:endParaRPr lang="en-IN" dirty="0"/>
          </a:p>
          <a:p>
            <a:pPr marL="3429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8. 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Serializable interface</a:t>
            </a:r>
          </a:p>
          <a:p>
            <a:pPr lvl="1"/>
            <a:r>
              <a:rPr dirty="0"/>
              <a:t>transient keyword</a:t>
            </a:r>
          </a:p>
          <a:p>
            <a:pPr lvl="1"/>
            <a:r>
              <a:rPr dirty="0"/>
              <a:t>Best practices &amp; pitfalls</a:t>
            </a:r>
            <a:endParaRPr lang="en-IN" dirty="0"/>
          </a:p>
          <a:p>
            <a:pPr marL="3429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9.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lvl="1"/>
            <a:r>
              <a:rPr lang="en-US" dirty="0"/>
              <a:t>Singleton (Eager, Lazy, DCL, Enum)</a:t>
            </a:r>
            <a:endParaRPr lang="en-IN" dirty="0"/>
          </a:p>
          <a:p>
            <a:pPr lvl="1"/>
            <a:r>
              <a:rPr dirty="0"/>
              <a:t>Factory &amp; Abstract Factory</a:t>
            </a:r>
          </a:p>
          <a:p>
            <a:pPr lvl="1"/>
            <a:r>
              <a:rPr dirty="0"/>
              <a:t>When to use / NOT use</a:t>
            </a: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Java 8 (Mandatory)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Lambda Expressions</a:t>
            </a:r>
          </a:p>
          <a:p>
            <a:pPr lvl="1"/>
            <a:r>
              <a:rPr dirty="0"/>
              <a:t>Functional Interfaces</a:t>
            </a:r>
          </a:p>
          <a:p>
            <a:pPr lvl="1"/>
            <a:r>
              <a:rPr dirty="0"/>
              <a:t>Method References</a:t>
            </a:r>
          </a:p>
          <a:p>
            <a:pPr lvl="1"/>
            <a:r>
              <a:rPr dirty="0"/>
              <a:t>Stream API</a:t>
            </a:r>
          </a:p>
          <a:p>
            <a:pPr lvl="1"/>
            <a:r>
              <a:rPr dirty="0"/>
              <a:t>Optional best practices</a:t>
            </a:r>
            <a:endParaRPr lang="en-IN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Java 11 →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New String methods</a:t>
            </a:r>
          </a:p>
          <a:p>
            <a:pPr lvl="1"/>
            <a:r>
              <a:rPr dirty="0"/>
              <a:t>Pattern Matching</a:t>
            </a:r>
          </a:p>
          <a:p>
            <a:pPr lvl="1"/>
            <a:r>
              <a:rPr dirty="0"/>
              <a:t>Sealed Classes</a:t>
            </a:r>
          </a:p>
          <a:p>
            <a:pPr lvl="1"/>
            <a:r>
              <a:rPr dirty="0"/>
              <a:t>Records &amp; Text Blocks</a:t>
            </a:r>
            <a:endParaRPr lang="en-IN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Java 21 (Important)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Virtual Threads</a:t>
            </a:r>
          </a:p>
          <a:p>
            <a:pPr lvl="1"/>
            <a:r>
              <a:rPr dirty="0"/>
              <a:t>Record Patterns</a:t>
            </a:r>
          </a:p>
          <a:p>
            <a:pPr lvl="1"/>
            <a:r>
              <a:rPr dirty="0"/>
              <a:t>String Templates</a:t>
            </a:r>
          </a:p>
          <a:p>
            <a:pPr lvl="1"/>
            <a:r>
              <a:rPr dirty="0"/>
              <a:t>Platform vs Virtual threads</a:t>
            </a:r>
            <a:endParaRPr lang="en-IN" dirty="0"/>
          </a:p>
          <a:p>
            <a:pPr marL="3429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Java 25 (Awareness)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JFR improvements</a:t>
            </a:r>
          </a:p>
          <a:p>
            <a:pPr lvl="1"/>
            <a:r>
              <a:rPr dirty="0"/>
              <a:t>Shenandoah GC</a:t>
            </a:r>
          </a:p>
          <a:p>
            <a:pPr lvl="1"/>
            <a:r>
              <a:rPr dirty="0"/>
              <a:t>Compact object headers</a:t>
            </a:r>
          </a:p>
          <a:p>
            <a:pPr lvl="1"/>
            <a:r>
              <a:rPr dirty="0"/>
              <a:t>Pattern matching with primitives</a:t>
            </a:r>
            <a:endParaRPr lang="en-IN" dirty="0"/>
          </a:p>
          <a:p>
            <a:pPr marL="3429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Final Interview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Explain concepts with internals</a:t>
            </a:r>
          </a:p>
          <a:p>
            <a:pPr lvl="1"/>
            <a:r>
              <a:rPr dirty="0"/>
              <a:t>Give real-world examples</a:t>
            </a:r>
          </a:p>
          <a:p>
            <a:pPr lvl="1"/>
            <a:r>
              <a:rPr dirty="0"/>
              <a:t>Discuss performance trade-offs</a:t>
            </a:r>
          </a:p>
          <a:p>
            <a:pPr lvl="1"/>
            <a:r>
              <a:rPr dirty="0"/>
              <a:t>Show Java version awareness</a:t>
            </a:r>
            <a:endParaRPr lang="en-IN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276</Words>
  <Application>Microsoft Office PowerPoint</Application>
  <PresentationFormat>On-screen Show (4:3)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CORE JAVA MUST-KNOW CONCEPTS</vt:lpstr>
      <vt:lpstr>1. OOPs &amp; Fundamentals</vt:lpstr>
      <vt:lpstr>2. JVM &amp; Platform Internals</vt:lpstr>
      <vt:lpstr>3. Strings &amp; Utilities</vt:lpstr>
      <vt:lpstr>4. Object Class &amp; Equality</vt:lpstr>
      <vt:lpstr>5. Exception Handling</vt:lpstr>
      <vt:lpstr>6. Collections Framework</vt:lpstr>
      <vt:lpstr>7. Multithreading &amp; Concurrency</vt:lpstr>
      <vt:lpstr>8. Serialization</vt:lpstr>
      <vt:lpstr>9. Design Patterns</vt:lpstr>
      <vt:lpstr>Java 8 (Mandatory)</vt:lpstr>
      <vt:lpstr>Java 11 → 17</vt:lpstr>
      <vt:lpstr>Java 21 (Important)</vt:lpstr>
      <vt:lpstr>Java 25 (Awareness)</vt:lpstr>
      <vt:lpstr>Final Interview Strategy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Sahoo</cp:lastModifiedBy>
  <cp:revision>26</cp:revision>
  <dcterms:created xsi:type="dcterms:W3CDTF">2013-01-27T09:14:16Z</dcterms:created>
  <dcterms:modified xsi:type="dcterms:W3CDTF">2026-02-11T13:13:02Z</dcterms:modified>
  <cp:category/>
</cp:coreProperties>
</file>