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B5563B-EE81-488E-8725-FB54AD1ACADF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2546F-0B85-4700-B5CA-8B3A74C77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874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2546F-0B85-4700-B5CA-8B3A74C77D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741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79722-A425-D68F-0742-0193A42C8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5A248-10F4-1BBE-0298-22833ABB0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3222A-1556-4D87-AE1D-E122B7E5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45775-453A-37D7-B0D2-726A80A7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B3AD4-1B38-37ED-5951-C7D065E2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40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D81B-363B-352B-CED0-A1A9B7EB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A77F-5AFA-9919-1DAF-D797B00C2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70712-E768-929D-BFB7-0D66BD47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54D09-8163-85A3-B16D-9CE514809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B3FD2-CE59-ABAB-FDFA-A5526307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2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3C3A-B556-369F-3373-5B2D8F28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FAA60-6F6C-4912-2D34-0C559162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916B6-BFF1-6435-FC63-8CFE4740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94231-D3DE-A95F-8B3C-296D9AFE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7023D-8B5C-B269-F36B-A98275D6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386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FE78-1BAB-F5B2-8877-192D1620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F19A-EE26-E090-596F-AD4963A30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E88B6-A35F-C44F-AD96-E1FA2602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8FD10-EF1B-D80C-EA99-D26E0952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1609A-BA4C-D3D6-E817-273A1892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F1C21-E690-2EF2-F05D-4F660011E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73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2CCF-3FB2-C599-0E79-3B9A4800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85C76-2E95-4FAF-88DD-0B6318758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58837-00EF-4911-443F-56F4AE44E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334E4-6323-500E-F66A-E62CBEF4F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7DEA6-755D-D8E6-6620-F5937AAA7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0E825-8B16-DA0E-0354-D093F0564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70BB9-8C34-98EC-3C68-23619D7E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DAECAB-A023-E44C-6FE1-1E6E1237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25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3506-4B90-C0A8-9EB5-237A9C61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2A5CF-48FA-54BB-C9CA-02B32978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292B1-AD2E-DFB0-29D0-5859A3ED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7F01C-B772-BC0A-5690-D89E030B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53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E9399-005D-FE20-BA90-754B8A79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D8A48-67AC-B11D-7086-A33CA119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2F033-6B76-FA3A-B387-E9EE4701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47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8537-F884-238D-D9AA-8E2C71FF3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17103-B05E-A3C3-99D9-5F69F2F08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86A1C-ACCF-04E4-1E60-DC1DE6D2B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67B1C-51BA-9611-3DC1-18EBA3C2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D3F11-1498-00B5-6970-BD0092E4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97E7A-D0CC-179F-A3C4-B49AA2E6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36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AB43-9008-53D2-D531-24E0290E1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4625A-DD43-6B2D-C941-1A9B80114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DEDC0-2A89-9CD1-FD17-3200C6A7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C2CC4-29F9-6E78-819F-F553C69DD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DF921-4FDB-B3B4-5284-30BC82E1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45D26-E7FC-01E7-AF84-AD3027BE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04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F3EF-34F0-9E83-EB7C-AD0BFEC2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DA011-D8EB-05F0-F984-E6C58C84D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CB515-6B95-9005-07CE-AC4AA8A7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22ABA-0962-2FDB-603F-EAF468A6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70FF7-471F-ADFB-C6E5-EF94997BC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12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9FE8B-F056-1124-5C9F-847BF09680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14279-0890-2B04-1179-0BC5B071F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59421-B96A-2435-2EDE-F4A59848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3AC19-9C6D-ABCD-10FF-9F387874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5CDD8-B36D-CED6-4F81-74019576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40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A4EDB1-9A2F-AF9D-C4FC-A9600F767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4BB09-4962-2FDC-CE46-FEE39F314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51AD-5F2C-A642-EB3C-AD45907FA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34809-E9D0-494C-B118-8E4FDC111BD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99B24-AF99-2DD3-B96B-C16CA91EB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08CA8-D89A-F570-3BA7-EFBCFACC3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50ADA-2CE8-414C-97D3-A395D441A3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64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1A5C-A4FD-BD87-0121-6EBFF0DBB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260" y="1255927"/>
            <a:ext cx="9144000" cy="2387600"/>
          </a:xfrm>
        </p:spPr>
        <p:txBody>
          <a:bodyPr/>
          <a:lstStyle/>
          <a:p>
            <a:r>
              <a:rPr lang="en-US" b="1" dirty="0"/>
              <a:t>Top 50 Spring Boot Annotations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9153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04ED-1F3C-FF0B-7C8C-5265AFDC3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B2339-6D28-5A4A-0B44-04693D971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@SpringBootApplication </a:t>
            </a:r>
          </a:p>
          <a:p>
            <a:pPr marL="0" indent="0">
              <a:buNone/>
            </a:pPr>
            <a:r>
              <a:rPr lang="en-IN" sz="1800" dirty="0"/>
              <a:t>@EnableAutoConfiguration </a:t>
            </a:r>
          </a:p>
          <a:p>
            <a:pPr marL="0" indent="0">
              <a:buNone/>
            </a:pPr>
            <a:r>
              <a:rPr lang="en-IN" sz="1800" dirty="0"/>
              <a:t>@ComponentScan </a:t>
            </a:r>
          </a:p>
          <a:p>
            <a:pPr marL="0" indent="0">
              <a:buNone/>
            </a:pPr>
            <a:r>
              <a:rPr lang="en-IN" sz="1800" dirty="0"/>
              <a:t>@SpringBootConfiguration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US" sz="1400" dirty="0"/>
              <a:t>This </a:t>
            </a:r>
            <a:r>
              <a:rPr lang="en-IN" sz="1400" dirty="0"/>
              <a:t>@SpringBootApplication </a:t>
            </a:r>
          </a:p>
          <a:p>
            <a:pPr marL="0" indent="0">
              <a:buNone/>
            </a:pPr>
            <a:r>
              <a:rPr lang="en-US" sz="1400" b="1" dirty="0"/>
              <a:t> annotation = 3 annotations combined</a:t>
            </a:r>
            <a:r>
              <a:rPr lang="en-US" sz="1400" dirty="0"/>
              <a:t>:</a:t>
            </a:r>
          </a:p>
          <a:p>
            <a:pPr marL="0" indent="0">
              <a:buNone/>
            </a:pPr>
            <a:r>
              <a:rPr lang="en-US" sz="1400" dirty="0"/>
              <a:t>@Configuration → allows you to define beans </a:t>
            </a:r>
          </a:p>
          <a:p>
            <a:pPr marL="0" indent="0">
              <a:buNone/>
            </a:pPr>
            <a:r>
              <a:rPr lang="en-US" sz="1400" dirty="0"/>
              <a:t>@EnableAutoConfiguration → auto setup (DB, server, etc.) </a:t>
            </a:r>
          </a:p>
          <a:p>
            <a:pPr marL="0" indent="0">
              <a:buNone/>
            </a:pPr>
            <a:r>
              <a:rPr lang="en-US" sz="1400" dirty="0"/>
              <a:t>@ComponentScan → finds your classes </a:t>
            </a:r>
          </a:p>
          <a:p>
            <a:pPr marL="0" indent="0">
              <a:buNone/>
            </a:pPr>
            <a:r>
              <a:rPr lang="en-US" sz="1400" dirty="0"/>
              <a:t>So instead of writing 3 annotations, you write just </a:t>
            </a:r>
            <a:r>
              <a:rPr lang="en-US" sz="1400" b="1" dirty="0"/>
              <a:t>one</a:t>
            </a:r>
            <a:endParaRPr lang="en-US" sz="14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0495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39F0-A0FC-0A6B-049D-CEB82D47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C1C2-28D4-78ED-E298-99793AA89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5320A-4ADC-D711-935E-00BD77BE3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Real Project Flow</a:t>
            </a:r>
          </a:p>
          <a:p>
            <a:pPr marL="0" indent="0">
              <a:buNone/>
            </a:pPr>
            <a:r>
              <a:rPr lang="en-US" sz="1600" dirty="0"/>
              <a:t>When you run your app:</a:t>
            </a:r>
          </a:p>
          <a:p>
            <a:pPr marL="0" indent="0">
              <a:buNone/>
            </a:pPr>
            <a:r>
              <a:rPr lang="en-US" sz="1600" dirty="0"/>
              <a:t>JVM starts main() method </a:t>
            </a:r>
          </a:p>
          <a:p>
            <a:pPr marL="0" indent="0">
              <a:buNone/>
            </a:pPr>
            <a:r>
              <a:rPr lang="en-US" sz="1600" dirty="0" err="1"/>
              <a:t>SpringApplication.run</a:t>
            </a:r>
            <a:r>
              <a:rPr lang="en-US" sz="1600" dirty="0"/>
              <a:t>() is called </a:t>
            </a:r>
          </a:p>
          <a:p>
            <a:pPr marL="0" indent="0">
              <a:buNone/>
            </a:pPr>
            <a:r>
              <a:rPr lang="en-US" sz="1600" dirty="0"/>
              <a:t>@SpringBootApplication: </a:t>
            </a:r>
          </a:p>
          <a:p>
            <a:pPr lvl="1"/>
            <a:r>
              <a:rPr lang="en-US" sz="1600" dirty="0"/>
              <a:t>Scans your project </a:t>
            </a:r>
          </a:p>
          <a:p>
            <a:pPr lvl="1"/>
            <a:r>
              <a:rPr lang="en-US" sz="1600" dirty="0"/>
              <a:t>Creates beans </a:t>
            </a:r>
          </a:p>
          <a:p>
            <a:pPr lvl="1"/>
            <a:r>
              <a:rPr lang="en-US" sz="1600" dirty="0"/>
              <a:t>Starts embedded server (Tomcat/Netty) </a:t>
            </a:r>
          </a:p>
          <a:p>
            <a:pPr marL="0" indent="0">
              <a:buNone/>
            </a:pPr>
            <a:r>
              <a:rPr lang="en-US" sz="1600" dirty="0"/>
              <a:t>Your API becomes live 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69587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685A-8C35-0FAB-5BDC-C7571EA9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F5EA-163C-8BD8-B835-617AE0BC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Difference between @Configuration , @EnableAutoConfiguration and @SpringBootConfiguration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87095-2391-72E2-0E58-A1CC6B7BD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@Configuration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💡 What it is</a:t>
            </a:r>
          </a:p>
          <a:p>
            <a:pPr marL="0" indent="0">
              <a:buNone/>
            </a:pPr>
            <a:r>
              <a:rPr lang="en-US" sz="1600" dirty="0"/>
              <a:t>Marks a class as a </a:t>
            </a:r>
            <a:r>
              <a:rPr lang="en-US" sz="1600" b="1" dirty="0"/>
              <a:t>configuration class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b="1" dirty="0"/>
              <a:t>🧠 What it does</a:t>
            </a:r>
          </a:p>
          <a:p>
            <a:pPr marL="0" indent="0">
              <a:buNone/>
            </a:pPr>
            <a:r>
              <a:rPr lang="en-US" sz="1600" dirty="0"/>
              <a:t>Lets you define beans using </a:t>
            </a:r>
            <a:r>
              <a:rPr lang="en-US" sz="1800" dirty="0"/>
              <a:t>@Bean </a:t>
            </a:r>
          </a:p>
          <a:p>
            <a:pPr marL="0" indent="0">
              <a:buNone/>
            </a:pPr>
            <a:r>
              <a:rPr lang="en-US" sz="1600" dirty="0"/>
              <a:t>Spring treats this class like a setup file </a:t>
            </a:r>
          </a:p>
          <a:p>
            <a:pPr marL="0" indent="0">
              <a:buNone/>
            </a:pPr>
            <a:r>
              <a:rPr lang="en-US" sz="1600" b="1" dirty="0"/>
              <a:t>📌 Example</a:t>
            </a:r>
          </a:p>
          <a:p>
            <a:pPr marL="0" indent="0">
              <a:buNone/>
            </a:pPr>
            <a:r>
              <a:rPr lang="en-US" sz="1600" b="1" dirty="0"/>
              <a:t>@Configuration</a:t>
            </a:r>
          </a:p>
          <a:p>
            <a:pPr marL="0" indent="0">
              <a:buNone/>
            </a:pPr>
            <a:r>
              <a:rPr lang="en-US" sz="1600" b="1" dirty="0"/>
              <a:t>public class </a:t>
            </a:r>
            <a:r>
              <a:rPr lang="en-US" sz="1600" b="1" dirty="0" err="1"/>
              <a:t>AppConfig</a:t>
            </a:r>
            <a:r>
              <a:rPr lang="en-US" sz="1600" b="1" dirty="0"/>
              <a:t> {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@Bean</a:t>
            </a:r>
          </a:p>
          <a:p>
            <a:pPr marL="0" indent="0">
              <a:buNone/>
            </a:pPr>
            <a:r>
              <a:rPr lang="en-US" sz="1600" b="1" dirty="0"/>
              <a:t>    public </a:t>
            </a:r>
            <a:r>
              <a:rPr lang="en-US" sz="1600" b="1" dirty="0" err="1"/>
              <a:t>MyService</a:t>
            </a:r>
            <a:r>
              <a:rPr lang="en-US" sz="1600" b="1" dirty="0"/>
              <a:t> </a:t>
            </a:r>
            <a:r>
              <a:rPr lang="en-US" sz="1600" b="1" dirty="0" err="1"/>
              <a:t>myService</a:t>
            </a:r>
            <a:r>
              <a:rPr lang="en-US" sz="1600" b="1" dirty="0"/>
              <a:t>() {</a:t>
            </a:r>
          </a:p>
          <a:p>
            <a:pPr marL="0" indent="0">
              <a:buNone/>
            </a:pPr>
            <a:r>
              <a:rPr lang="en-US" sz="1600" b="1" dirty="0"/>
              <a:t>        return new </a:t>
            </a:r>
            <a:r>
              <a:rPr lang="en-US" sz="1600" b="1" dirty="0" err="1"/>
              <a:t>MyService</a:t>
            </a:r>
            <a:r>
              <a:rPr lang="en-US" sz="1600" b="1" dirty="0"/>
              <a:t>();</a:t>
            </a:r>
          </a:p>
          <a:p>
            <a:pPr marL="0" indent="0">
              <a:buNone/>
            </a:pPr>
            <a:r>
              <a:rPr lang="en-US" sz="1600" b="1" dirty="0"/>
              <a:t>    }</a:t>
            </a:r>
          </a:p>
          <a:p>
            <a:pPr marL="0" indent="0">
              <a:buNone/>
            </a:pPr>
            <a:r>
              <a:rPr lang="en-US" sz="1600" b="1" dirty="0"/>
              <a:t>} 🔄 In real project</a:t>
            </a:r>
          </a:p>
          <a:p>
            <a:pPr marL="0" indent="0">
              <a:buNone/>
            </a:pPr>
            <a:r>
              <a:rPr lang="en-US" sz="1600" dirty="0"/>
              <a:t>👉 Used when you want to </a:t>
            </a:r>
            <a:r>
              <a:rPr lang="en-US" sz="1600" b="1" dirty="0"/>
              <a:t>manually configure beans or third-party libraries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16613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F9DD-4B1B-BFAD-9BDE-A33E93AF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562D-BCFC-82E6-4076-7C65B52E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Difference between @Configuration , @EnableAutoConfiguration and @SpringBootConfiguration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CC691-0F9F-20FD-6696-E1849A69F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0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⚙️ 2. @EnableAutoConfiguration</a:t>
            </a:r>
          </a:p>
          <a:p>
            <a:pPr marL="0" indent="0">
              <a:buNone/>
            </a:pPr>
            <a:r>
              <a:rPr lang="en-US" sz="1400" b="1" dirty="0"/>
              <a:t>💡 What it is</a:t>
            </a:r>
          </a:p>
          <a:p>
            <a:pPr marL="0" indent="0">
              <a:buNone/>
            </a:pPr>
            <a:r>
              <a:rPr lang="en-US" sz="1400" dirty="0"/>
              <a:t>Tells Spring Boot to </a:t>
            </a:r>
            <a:r>
              <a:rPr lang="en-US" sz="1400" b="1" dirty="0"/>
              <a:t>automatically configure things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🧠 What it does</a:t>
            </a:r>
          </a:p>
          <a:p>
            <a:pPr marL="0" indent="0">
              <a:buNone/>
            </a:pPr>
            <a:r>
              <a:rPr lang="en-US" sz="1400" dirty="0"/>
              <a:t>Based on dependencies (like JPA, Web) </a:t>
            </a:r>
          </a:p>
          <a:p>
            <a:pPr marL="0" indent="0">
              <a:buNone/>
            </a:pPr>
            <a:r>
              <a:rPr lang="en-US" sz="1400" dirty="0"/>
              <a:t>Automatically sets up: </a:t>
            </a:r>
          </a:p>
          <a:p>
            <a:pPr marL="457200" lvl="1" indent="0">
              <a:buNone/>
            </a:pPr>
            <a:r>
              <a:rPr lang="en-US" sz="1400" dirty="0"/>
              <a:t>Database </a:t>
            </a:r>
          </a:p>
          <a:p>
            <a:pPr marL="457200" lvl="1" indent="0">
              <a:buNone/>
            </a:pPr>
            <a:r>
              <a:rPr lang="en-US" sz="1400" dirty="0" err="1"/>
              <a:t>DispatcherServlet</a:t>
            </a:r>
            <a:r>
              <a:rPr lang="en-US" sz="1400" dirty="0"/>
              <a:t> </a:t>
            </a:r>
          </a:p>
          <a:p>
            <a:pPr marL="457200" lvl="1" indent="0">
              <a:buNone/>
            </a:pPr>
            <a:r>
              <a:rPr lang="en-US" sz="1400" dirty="0"/>
              <a:t>Jackson, etc.</a:t>
            </a:r>
          </a:p>
          <a:p>
            <a:pPr marL="457200" lvl="1" indent="0">
              <a:buNone/>
            </a:pPr>
            <a:r>
              <a:rPr lang="en-US" sz="1400" dirty="0"/>
              <a:t>Example </a:t>
            </a:r>
          </a:p>
          <a:p>
            <a:pPr marL="457200" lvl="1" indent="0">
              <a:buNone/>
            </a:pPr>
            <a:r>
              <a:rPr lang="en-US" sz="1400" dirty="0"/>
              <a:t>@EnableAutoConfiguration</a:t>
            </a:r>
          </a:p>
          <a:p>
            <a:pPr marL="457200" lvl="1" indent="0">
              <a:buNone/>
            </a:pPr>
            <a:r>
              <a:rPr lang="en-US" sz="1400" dirty="0"/>
              <a:t>public class App {</a:t>
            </a:r>
          </a:p>
          <a:p>
            <a:pPr marL="457200" lvl="1" indent="0">
              <a:buNone/>
            </a:pPr>
            <a:r>
              <a:rPr lang="en-US" sz="1400" dirty="0"/>
              <a:t>}</a:t>
            </a:r>
          </a:p>
          <a:p>
            <a:pPr marL="457200" lvl="1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🔄 In real project</a:t>
            </a:r>
          </a:p>
          <a:p>
            <a:pPr marL="0" indent="0">
              <a:buNone/>
            </a:pPr>
            <a:r>
              <a:rPr lang="en-US" sz="1400" dirty="0"/>
              <a:t>👉 You add dependency → Spring configures it automatically</a:t>
            </a:r>
            <a:br>
              <a:rPr lang="en-US" sz="1400" dirty="0"/>
            </a:br>
            <a:r>
              <a:rPr lang="en-US" sz="1400" dirty="0"/>
              <a:t>Example: Add JPA → DB config is auto created</a:t>
            </a:r>
          </a:p>
          <a:p>
            <a:pPr marL="457200" lvl="1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3942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0824-C44A-5897-0389-DC59ADAF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80B-202C-F83B-C6E9-662B1C4C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Difference between @Configuration , @EnableAutoConfiguration and @SpringBootConfiguration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1FFCE-1819-14F2-8FA7-F1A977AF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0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 @SpringBootConfiguration</a:t>
            </a:r>
          </a:p>
          <a:p>
            <a:pPr marL="0" indent="0">
              <a:buNone/>
            </a:pPr>
            <a:r>
              <a:rPr lang="en-US" sz="1400" b="1" dirty="0"/>
              <a:t>💡 What it is</a:t>
            </a:r>
          </a:p>
          <a:p>
            <a:pPr marL="0" indent="0">
              <a:buNone/>
            </a:pPr>
            <a:r>
              <a:rPr lang="en-US" sz="1400" dirty="0"/>
              <a:t>Special version of @Configuration (Spring Boot specific)</a:t>
            </a:r>
          </a:p>
          <a:p>
            <a:pPr marL="0" indent="0">
              <a:buNone/>
            </a:pPr>
            <a:r>
              <a:rPr lang="en-US" sz="1400" b="1" dirty="0"/>
              <a:t>🧠 What it does</a:t>
            </a:r>
          </a:p>
          <a:p>
            <a:pPr marL="0" indent="0">
              <a:buNone/>
            </a:pPr>
            <a:r>
              <a:rPr lang="en-US" sz="1400" dirty="0"/>
              <a:t>Same as @Configuration </a:t>
            </a:r>
          </a:p>
          <a:p>
            <a:pPr marL="0" indent="0">
              <a:buNone/>
            </a:pPr>
            <a:r>
              <a:rPr lang="en-US" sz="1400" dirty="0"/>
              <a:t>Used internally by Spring Boot </a:t>
            </a:r>
          </a:p>
          <a:p>
            <a:pPr marL="0" indent="0">
              <a:buNone/>
            </a:pPr>
            <a:r>
              <a:rPr lang="en-US" sz="1400" b="1" dirty="0"/>
              <a:t>📌 Example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@SpringBootConfiguration</a:t>
            </a:r>
          </a:p>
          <a:p>
            <a:pPr marL="0" indent="0">
              <a:buNone/>
            </a:pPr>
            <a:r>
              <a:rPr lang="en-US" sz="1400" b="1" dirty="0"/>
              <a:t>public class </a:t>
            </a:r>
            <a:r>
              <a:rPr lang="en-US" sz="1400" b="1" dirty="0" err="1"/>
              <a:t>AppConfig</a:t>
            </a:r>
            <a:r>
              <a:rPr lang="en-US" sz="1400" b="1" dirty="0"/>
              <a:t> {</a:t>
            </a:r>
          </a:p>
          <a:p>
            <a:pPr marL="0" indent="0">
              <a:buNone/>
            </a:pPr>
            <a:r>
              <a:rPr lang="en-US" sz="1400" b="1" dirty="0"/>
              <a:t>}</a:t>
            </a:r>
            <a:br>
              <a:rPr lang="en-US" sz="1400" b="1" dirty="0"/>
            </a:b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🔄 In real project</a:t>
            </a:r>
          </a:p>
          <a:p>
            <a:pPr marL="0" indent="0">
              <a:buNone/>
            </a:pPr>
            <a:r>
              <a:rPr lang="en-US" sz="1400" dirty="0"/>
              <a:t>👉 Rarely used directly</a:t>
            </a:r>
            <a:br>
              <a:rPr lang="en-US" sz="1400" dirty="0"/>
            </a:br>
            <a:r>
              <a:rPr lang="en-US" sz="1400" dirty="0"/>
              <a:t>👉 Already included inside @SpringBootApplication</a:t>
            </a:r>
          </a:p>
          <a:p>
            <a:pPr marL="0" indent="0"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1393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D3B01E-D798-01B4-DA0D-8FDCA0DC4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157861"/>
              </p:ext>
            </p:extLst>
          </p:nvPr>
        </p:nvGraphicFramePr>
        <p:xfrm>
          <a:off x="838200" y="2697480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639327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598753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48291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ighlight>
                            <a:srgbClr val="FFFF00"/>
                          </a:highlight>
                        </a:rPr>
                        <a:t>Annotation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ighlight>
                            <a:srgbClr val="FFFF00"/>
                          </a:highlight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Used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57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@Configuration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 beans manually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995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@EnableAutoConfiguration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 setup everything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 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24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@SpringBootConfiguration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Boot-specific config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Internal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206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01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206EB-1A28-D34F-22C6-FFE5772A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449A-193A-3F6B-F9FE-510898C91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Dependency Injection (IoC)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10FA5-F72A-A5DA-263D-6CB5C94AC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@Component </a:t>
            </a:r>
          </a:p>
          <a:p>
            <a:pPr marL="0" indent="0">
              <a:buNone/>
            </a:pPr>
            <a:r>
              <a:rPr lang="en-US" sz="1800" dirty="0"/>
              <a:t>@Service </a:t>
            </a:r>
          </a:p>
          <a:p>
            <a:pPr marL="0" indent="0">
              <a:buNone/>
            </a:pPr>
            <a:r>
              <a:rPr lang="en-US" sz="1800" dirty="0"/>
              <a:t>@Repository </a:t>
            </a:r>
          </a:p>
          <a:p>
            <a:pPr marL="0" indent="0">
              <a:buNone/>
            </a:pPr>
            <a:r>
              <a:rPr lang="en-US" sz="1800" dirty="0"/>
              <a:t>@Autowired </a:t>
            </a:r>
          </a:p>
          <a:p>
            <a:pPr marL="0" indent="0">
              <a:buNone/>
            </a:pPr>
            <a:r>
              <a:rPr lang="en-US" sz="1800" dirty="0"/>
              <a:t>@Qualifier </a:t>
            </a:r>
          </a:p>
          <a:p>
            <a:pPr marL="0" indent="0">
              <a:buNone/>
            </a:pPr>
            <a:r>
              <a:rPr lang="en-US" sz="1800" dirty="0"/>
              <a:t>@Primary </a:t>
            </a:r>
          </a:p>
          <a:p>
            <a:pPr marL="0" indent="0">
              <a:buNone/>
            </a:pPr>
            <a:r>
              <a:rPr lang="en-US" sz="1800" dirty="0"/>
              <a:t>@Scope </a:t>
            </a:r>
          </a:p>
          <a:p>
            <a:pPr marL="0" indent="0">
              <a:buNone/>
            </a:pPr>
            <a:r>
              <a:rPr lang="en-US" sz="1800" dirty="0"/>
              <a:t>@Lazy</a:t>
            </a:r>
          </a:p>
        </p:txBody>
      </p:sp>
    </p:spTree>
    <p:extLst>
      <p:ext uri="{BB962C8B-B14F-4D97-AF65-F5344CB8AC3E}">
        <p14:creationId xmlns:p14="http://schemas.microsoft.com/office/powerpoint/2010/main" val="8693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C6DB-A5AE-B2E8-CFAE-7F83FBCF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REST API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688A3-500B-0259-E694-58544AABA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54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@RestController </a:t>
            </a:r>
          </a:p>
          <a:p>
            <a:pPr marL="0" indent="0">
              <a:buNone/>
            </a:pPr>
            <a:r>
              <a:rPr lang="en-IN" sz="1600" dirty="0"/>
              <a:t>@Controller </a:t>
            </a:r>
          </a:p>
          <a:p>
            <a:pPr marL="0" indent="0">
              <a:buNone/>
            </a:pPr>
            <a:r>
              <a:rPr lang="en-IN" sz="1600" dirty="0"/>
              <a:t>@RequestMapping </a:t>
            </a:r>
          </a:p>
          <a:p>
            <a:pPr marL="0" indent="0">
              <a:buNone/>
            </a:pPr>
            <a:r>
              <a:rPr lang="en-IN" sz="1600" dirty="0"/>
              <a:t>@GetMapping </a:t>
            </a:r>
          </a:p>
          <a:p>
            <a:pPr marL="0" indent="0">
              <a:buNone/>
            </a:pPr>
            <a:r>
              <a:rPr lang="en-IN" sz="1600" dirty="0"/>
              <a:t>@PostMapping </a:t>
            </a:r>
          </a:p>
          <a:p>
            <a:pPr marL="0" indent="0">
              <a:buNone/>
            </a:pPr>
            <a:r>
              <a:rPr lang="en-IN" sz="1600" dirty="0"/>
              <a:t>@PutMapping </a:t>
            </a:r>
          </a:p>
          <a:p>
            <a:pPr marL="0" indent="0">
              <a:buNone/>
            </a:pPr>
            <a:r>
              <a:rPr lang="en-IN" sz="1600" dirty="0"/>
              <a:t>@DeleteMapping </a:t>
            </a:r>
          </a:p>
          <a:p>
            <a:pPr marL="0" indent="0">
              <a:buNone/>
            </a:pPr>
            <a:r>
              <a:rPr lang="en-IN" sz="1600" dirty="0"/>
              <a:t>@PatchMapping </a:t>
            </a:r>
          </a:p>
          <a:p>
            <a:pPr marL="0" indent="0">
              <a:buNone/>
            </a:pPr>
            <a:r>
              <a:rPr lang="en-IN" sz="1600" dirty="0"/>
              <a:t>@PathVariable </a:t>
            </a:r>
          </a:p>
          <a:p>
            <a:pPr marL="0" indent="0">
              <a:buNone/>
            </a:pPr>
            <a:r>
              <a:rPr lang="en-IN" sz="1600" dirty="0"/>
              <a:t>@RequestParam </a:t>
            </a:r>
          </a:p>
          <a:p>
            <a:pPr marL="0" indent="0">
              <a:buNone/>
            </a:pPr>
            <a:r>
              <a:rPr lang="en-IN" sz="1600" dirty="0"/>
              <a:t>@RequestBody </a:t>
            </a:r>
          </a:p>
          <a:p>
            <a:pPr marL="0" indent="0">
              <a:buNone/>
            </a:pPr>
            <a:r>
              <a:rPr lang="en-IN" sz="1600" dirty="0"/>
              <a:t>@ResponseBody </a:t>
            </a:r>
          </a:p>
          <a:p>
            <a:pPr marL="0" indent="0">
              <a:buNone/>
            </a:pPr>
            <a:r>
              <a:rPr lang="en-IN" sz="1600" dirty="0"/>
              <a:t>@CrossOrigin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9808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0035-FBE9-8C79-463C-55C742EA2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459A-4D9D-37A4-9083-5EE819D0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Configuration &amp; Propities</a:t>
            </a:r>
            <a:br>
              <a:rPr lang="fr-FR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5413-503F-C833-F65C-DA13C6A06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@Value </a:t>
            </a:r>
          </a:p>
          <a:p>
            <a:pPr marL="0" indent="0">
              <a:buNone/>
            </a:pPr>
            <a:r>
              <a:rPr lang="fr-FR" sz="1800" dirty="0"/>
              <a:t>@Configuration </a:t>
            </a:r>
          </a:p>
          <a:p>
            <a:pPr marL="0" indent="0">
              <a:buNone/>
            </a:pPr>
            <a:r>
              <a:rPr lang="fr-FR" sz="1800" dirty="0"/>
              <a:t>@Bean </a:t>
            </a:r>
          </a:p>
          <a:p>
            <a:pPr marL="0" indent="0">
              <a:buNone/>
            </a:pPr>
            <a:r>
              <a:rPr lang="fr-FR" sz="1800" dirty="0"/>
              <a:t>@ConfigurationProperties </a:t>
            </a:r>
          </a:p>
          <a:p>
            <a:pPr marL="0" indent="0">
              <a:buNone/>
            </a:pPr>
            <a:r>
              <a:rPr lang="fr-FR" sz="1800" dirty="0"/>
              <a:t>@EnableConfigurationProperties </a:t>
            </a:r>
          </a:p>
          <a:p>
            <a:pPr marL="0" indent="0">
              <a:buNone/>
            </a:pPr>
            <a:r>
              <a:rPr lang="fr-FR" sz="1800" dirty="0"/>
              <a:t>@PropertySource </a:t>
            </a:r>
          </a:p>
          <a:p>
            <a:pPr marL="0" indent="0">
              <a:buNone/>
            </a:pPr>
            <a:r>
              <a:rPr lang="fr-FR" sz="1800" dirty="0"/>
              <a:t>@Profile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78539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D2B2-0551-0BA6-AF65-EE69E6E9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149C-8670-F4C5-B99F-0A05ADED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B9DA-DF16-FD6D-945C-703DA606F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@ExceptionHandler </a:t>
            </a:r>
          </a:p>
          <a:p>
            <a:r>
              <a:rPr lang="en-IN" sz="1800" dirty="0"/>
              <a:t>@ControllerAdvice </a:t>
            </a:r>
          </a:p>
          <a:p>
            <a:r>
              <a:rPr lang="en-IN" sz="1800" dirty="0"/>
              <a:t>@RestControllerAdvice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7557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3B71-D748-ECDE-B5E2-5CD03856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D6416-02DD-52E6-3496-196C9E65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Database / JPA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78ACF-0FB3-5DB2-DC22-90DA7A235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@Entity </a:t>
            </a:r>
          </a:p>
          <a:p>
            <a:pPr marL="0" indent="0">
              <a:buNone/>
            </a:pPr>
            <a:r>
              <a:rPr lang="en-IN" dirty="0"/>
              <a:t>@Table </a:t>
            </a:r>
          </a:p>
          <a:p>
            <a:pPr marL="0" indent="0">
              <a:buNone/>
            </a:pPr>
            <a:r>
              <a:rPr lang="en-IN" dirty="0"/>
              <a:t>@Id </a:t>
            </a:r>
          </a:p>
          <a:p>
            <a:pPr marL="0" indent="0">
              <a:buNone/>
            </a:pPr>
            <a:r>
              <a:rPr lang="en-IN" dirty="0"/>
              <a:t>@GeneratedValue </a:t>
            </a:r>
          </a:p>
          <a:p>
            <a:pPr marL="0" indent="0">
              <a:buNone/>
            </a:pPr>
            <a:r>
              <a:rPr lang="en-IN" dirty="0"/>
              <a:t>@Column </a:t>
            </a:r>
          </a:p>
          <a:p>
            <a:pPr marL="0" indent="0">
              <a:buNone/>
            </a:pPr>
            <a:r>
              <a:rPr lang="en-IN" dirty="0"/>
              <a:t>@OneToMany </a:t>
            </a:r>
          </a:p>
          <a:p>
            <a:pPr marL="0" indent="0">
              <a:buNone/>
            </a:pPr>
            <a:r>
              <a:rPr lang="en-IN" dirty="0"/>
              <a:t>@ManyToOne </a:t>
            </a:r>
          </a:p>
          <a:p>
            <a:pPr marL="0" indent="0">
              <a:buNone/>
            </a:pPr>
            <a:r>
              <a:rPr lang="en-IN" dirty="0"/>
              <a:t>@ManyToMany </a:t>
            </a:r>
          </a:p>
          <a:p>
            <a:pPr marL="0" indent="0">
              <a:buNone/>
            </a:pPr>
            <a:r>
              <a:rPr lang="en-IN" dirty="0"/>
              <a:t>@OneToOne </a:t>
            </a:r>
          </a:p>
          <a:p>
            <a:pPr marL="0" indent="0">
              <a:buNone/>
            </a:pPr>
            <a:r>
              <a:rPr lang="en-IN" dirty="0"/>
              <a:t>@JoinColumn </a:t>
            </a:r>
          </a:p>
          <a:p>
            <a:pPr marL="0" indent="0">
              <a:buNone/>
            </a:pPr>
            <a:r>
              <a:rPr lang="en-IN" dirty="0"/>
              <a:t>@Transactional </a:t>
            </a:r>
          </a:p>
          <a:p>
            <a:pPr marL="0" indent="0">
              <a:buNone/>
            </a:pPr>
            <a:r>
              <a:rPr lang="en-IN" dirty="0"/>
              <a:t>@EnableJpaRepositories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187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E485-969E-78D0-BA9C-D798074C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917F-FE1B-37B6-0CC8-297E5CD6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24EA9-D641-C632-013E-58589B72D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dirty="0"/>
              <a:t>@SpringBootTest </a:t>
            </a:r>
          </a:p>
          <a:p>
            <a:pPr marL="0" indent="0">
              <a:buNone/>
            </a:pPr>
            <a:r>
              <a:rPr lang="en-IN" sz="1800" dirty="0"/>
              <a:t>@MockBean </a:t>
            </a:r>
          </a:p>
          <a:p>
            <a:pPr marL="0" indent="0">
              <a:buNone/>
            </a:pPr>
            <a:r>
              <a:rPr lang="en-IN" sz="1800" dirty="0"/>
              <a:t>@WebMvcTest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96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474</Words>
  <Application>Microsoft Office PowerPoint</Application>
  <PresentationFormat>Widescreen</PresentationFormat>
  <Paragraphs>136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Office Theme</vt:lpstr>
      <vt:lpstr>Top 50 Spring Boot Annotations</vt:lpstr>
      <vt:lpstr>Core Spring Boot</vt:lpstr>
      <vt:lpstr>Core Spring Boot</vt:lpstr>
      <vt:lpstr>Difference between @Configuration , @EnableAutoConfiguration and @SpringBootConfiguration</vt:lpstr>
      <vt:lpstr>Difference between @Configuration , @EnableAutoConfiguration and @SpringBootConfiguration</vt:lpstr>
      <vt:lpstr>Difference between @Configuration , @EnableAutoConfiguration and @SpringBootConfiguration</vt:lpstr>
      <vt:lpstr>PowerPoint Presentation</vt:lpstr>
      <vt:lpstr>Dependency Injection (IoC)</vt:lpstr>
      <vt:lpstr> REST API Development</vt:lpstr>
      <vt:lpstr>Configuration &amp; Propities </vt:lpstr>
      <vt:lpstr>Exception Handling</vt:lpstr>
      <vt:lpstr>Database / JPA 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Narendra Sahoo</dc:creator>
  <cp:lastModifiedBy>Narendra Sahoo</cp:lastModifiedBy>
  <cp:revision>12</cp:revision>
  <dcterms:created xsi:type="dcterms:W3CDTF">2026-04-25T10:09:09Z</dcterms:created>
  <dcterms:modified xsi:type="dcterms:W3CDTF">2026-04-27T18:18:08Z</dcterms:modified>
</cp:coreProperties>
</file>