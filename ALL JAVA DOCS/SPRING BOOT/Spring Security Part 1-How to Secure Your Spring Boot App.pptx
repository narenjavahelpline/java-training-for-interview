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1" r:id="rId2"/>
    <p:sldId id="260" r:id="rId3"/>
    <p:sldId id="257" r:id="rId4"/>
    <p:sldId id="258" r:id="rId5"/>
    <p:sldId id="259"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93404E-0EA9-463F-8639-9BF09628F845}" type="datetimeFigureOut">
              <a:rPr lang="en-IN" smtClean="0"/>
              <a:t>28-04-2026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C8E8C4-7179-49E9-B5B7-1AEEDA8EB930}" type="slidenum">
              <a:rPr lang="en-IN" smtClean="0"/>
              <a:t>‹#›</a:t>
            </a:fld>
            <a:endParaRPr lang="en-IN"/>
          </a:p>
        </p:txBody>
      </p:sp>
    </p:spTree>
    <p:extLst>
      <p:ext uri="{BB962C8B-B14F-4D97-AF65-F5344CB8AC3E}">
        <p14:creationId xmlns:p14="http://schemas.microsoft.com/office/powerpoint/2010/main" val="3374801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C8E8C4-7179-49E9-B5B7-1AEEDA8EB930}" type="slidenum">
              <a:rPr lang="en-IN" smtClean="0"/>
              <a:t>3</a:t>
            </a:fld>
            <a:endParaRPr lang="en-IN"/>
          </a:p>
        </p:txBody>
      </p:sp>
    </p:spTree>
    <p:extLst>
      <p:ext uri="{BB962C8B-B14F-4D97-AF65-F5344CB8AC3E}">
        <p14:creationId xmlns:p14="http://schemas.microsoft.com/office/powerpoint/2010/main" val="1338396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C8E8C4-7179-49E9-B5B7-1AEEDA8EB930}" type="slidenum">
              <a:rPr lang="en-IN" smtClean="0"/>
              <a:t>4</a:t>
            </a:fld>
            <a:endParaRPr lang="en-IN"/>
          </a:p>
        </p:txBody>
      </p:sp>
    </p:spTree>
    <p:extLst>
      <p:ext uri="{BB962C8B-B14F-4D97-AF65-F5344CB8AC3E}">
        <p14:creationId xmlns:p14="http://schemas.microsoft.com/office/powerpoint/2010/main" val="730383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47B55-FAD7-7AF6-E2F4-ACA50BFAA1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784EAC0-217F-89A0-5814-69DC51DEFA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BCDE75-407D-4349-0910-72BDD26153D1}"/>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5" name="Footer Placeholder 4">
            <a:extLst>
              <a:ext uri="{FF2B5EF4-FFF2-40B4-BE49-F238E27FC236}">
                <a16:creationId xmlns:a16="http://schemas.microsoft.com/office/drawing/2014/main" id="{2138A400-2BFD-C1D0-020C-7AD4E4BE83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378E26-C9D1-0004-FDF3-B07DA1E3B2C4}"/>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3656162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C39F1-4883-8711-BD62-A6B18E527D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34EC6D-0B2B-2401-0C6A-37881357C3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3E1E6A-40C9-43E1-727B-618AC482FF4F}"/>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5" name="Footer Placeholder 4">
            <a:extLst>
              <a:ext uri="{FF2B5EF4-FFF2-40B4-BE49-F238E27FC236}">
                <a16:creationId xmlns:a16="http://schemas.microsoft.com/office/drawing/2014/main" id="{7B79D2A2-08AE-C85A-BFA6-E0F6895F27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84689C-F335-3251-0D00-C10B7758FBB0}"/>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1590992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E105E-8126-CDDA-1A68-7EC47A91BC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7488B5-9238-2F85-734B-94D2497683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6B7FD3-5105-653F-1271-73A9092E2378}"/>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5" name="Footer Placeholder 4">
            <a:extLst>
              <a:ext uri="{FF2B5EF4-FFF2-40B4-BE49-F238E27FC236}">
                <a16:creationId xmlns:a16="http://schemas.microsoft.com/office/drawing/2014/main" id="{663B488D-C451-C40E-22CE-FF3BF3CDE2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8D447-1A56-051C-1A79-793F3C83A83F}"/>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2794549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0E16-0DAD-CCAE-ED7B-F406D00D78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61B14F-C07D-E726-1DD3-E94B42A7E4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158E33-D11D-EF5C-845F-4CE4881656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B0F2D8-342B-782B-C39B-2C9A57357EFA}"/>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6" name="Footer Placeholder 5">
            <a:extLst>
              <a:ext uri="{FF2B5EF4-FFF2-40B4-BE49-F238E27FC236}">
                <a16:creationId xmlns:a16="http://schemas.microsoft.com/office/drawing/2014/main" id="{BAF1D579-1A91-E551-9780-6B34C321B8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E33DCD-0AAF-0949-4DE2-7DB1E856192B}"/>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3413486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FD7B1-7EFE-77B6-B0BD-227B18981E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994550-A5F1-08EA-000C-72A56768E7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221525-95F6-96EA-8C10-BEEA5411CB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80F15B-7A78-6598-50DD-9B01DA6964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519B1-B58C-FC53-7BE2-73D55854F0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26E75D-FE6F-CD14-B403-2A8D773AFD4A}"/>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8" name="Footer Placeholder 7">
            <a:extLst>
              <a:ext uri="{FF2B5EF4-FFF2-40B4-BE49-F238E27FC236}">
                <a16:creationId xmlns:a16="http://schemas.microsoft.com/office/drawing/2014/main" id="{4B69BA0C-EF6A-E9A0-B8F5-6C8FEA7310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A3C7509-1811-3AEB-D683-2868368FB28F}"/>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2840591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D6418-FE38-ED2F-2CCF-3841C7CE5F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4CC0E13-3BFF-431B-2AE4-B77F4307BBE3}"/>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4" name="Footer Placeholder 3">
            <a:extLst>
              <a:ext uri="{FF2B5EF4-FFF2-40B4-BE49-F238E27FC236}">
                <a16:creationId xmlns:a16="http://schemas.microsoft.com/office/drawing/2014/main" id="{D406AF36-652D-2335-B92D-C9484676DD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943385-5598-DF24-6E7E-DE537DFFF01A}"/>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717610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B68488-4C6F-44CA-230E-869C78DC9C22}"/>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3" name="Footer Placeholder 2">
            <a:extLst>
              <a:ext uri="{FF2B5EF4-FFF2-40B4-BE49-F238E27FC236}">
                <a16:creationId xmlns:a16="http://schemas.microsoft.com/office/drawing/2014/main" id="{C620FE33-85E6-9596-B37F-63BCED60AD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A81B175-CAEB-9A02-FFD1-580017E041A2}"/>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3580043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466EE-C465-4CD8-0F61-559664F5F8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42237E-B914-17AF-AFB2-66DF62555C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C1635E-F39D-DE50-55E0-A658D74C3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088E4E-AF39-7F70-A6CA-334A7376AB77}"/>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6" name="Footer Placeholder 5">
            <a:extLst>
              <a:ext uri="{FF2B5EF4-FFF2-40B4-BE49-F238E27FC236}">
                <a16:creationId xmlns:a16="http://schemas.microsoft.com/office/drawing/2014/main" id="{6F9E1F07-7CCA-49C3-DD83-200F5952B8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3B81FB-5022-B367-2D74-C98C3D9931E8}"/>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3587672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19DE9-F4E7-2855-DA52-11AE069ADC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65133A-9BCD-D3BB-F509-4A23F315FC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92D717-5135-C13D-F3CB-9CD67D0D7B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9FA050-72DB-7B00-6601-AC2960C5A1AA}"/>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6" name="Footer Placeholder 5">
            <a:extLst>
              <a:ext uri="{FF2B5EF4-FFF2-40B4-BE49-F238E27FC236}">
                <a16:creationId xmlns:a16="http://schemas.microsoft.com/office/drawing/2014/main" id="{62644100-BCB1-8E40-57F7-8D0A618330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7E2B71-B216-EFEC-9FB1-30B44F449D52}"/>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1442021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3270F-DD17-18E7-43DA-733608DE95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1B3E01-E003-23A2-58CD-5193F1852F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A822BD-60C5-F19D-4037-1E1C7C028F5C}"/>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5" name="Footer Placeholder 4">
            <a:extLst>
              <a:ext uri="{FF2B5EF4-FFF2-40B4-BE49-F238E27FC236}">
                <a16:creationId xmlns:a16="http://schemas.microsoft.com/office/drawing/2014/main" id="{25737C77-6723-70C8-38FC-6A278A67B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61A4D1-70A9-C438-A071-EE6AA86D2D6C}"/>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1364830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CD4E60-3E74-ABCD-CB7D-F823D438A7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98D2D5-0B1B-74A9-B7E4-BEA6A46C0B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06825-114F-26CA-25BA-1C57D4A6C227}"/>
              </a:ext>
            </a:extLst>
          </p:cNvPr>
          <p:cNvSpPr>
            <a:spLocks noGrp="1"/>
          </p:cNvSpPr>
          <p:nvPr>
            <p:ph type="dt" sz="half" idx="10"/>
          </p:nvPr>
        </p:nvSpPr>
        <p:spPr/>
        <p:txBody>
          <a:bodyPr/>
          <a:lstStyle/>
          <a:p>
            <a:fld id="{F52630D0-2A18-4000-B167-C63EA596D708}" type="datetimeFigureOut">
              <a:rPr lang="en-IN" smtClean="0"/>
              <a:t>28-04-2026</a:t>
            </a:fld>
            <a:endParaRPr lang="en-IN"/>
          </a:p>
        </p:txBody>
      </p:sp>
      <p:sp>
        <p:nvSpPr>
          <p:cNvPr id="5" name="Footer Placeholder 4">
            <a:extLst>
              <a:ext uri="{FF2B5EF4-FFF2-40B4-BE49-F238E27FC236}">
                <a16:creationId xmlns:a16="http://schemas.microsoft.com/office/drawing/2014/main" id="{B1BD8CE1-F2A8-4EA6-9DBE-8EE2CE9E0F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BCFA74-5DB4-6F95-ADD2-1215DD32516F}"/>
              </a:ext>
            </a:extLst>
          </p:cNvPr>
          <p:cNvSpPr>
            <a:spLocks noGrp="1"/>
          </p:cNvSpPr>
          <p:nvPr>
            <p:ph type="sldNum" sz="quarter" idx="12"/>
          </p:nvPr>
        </p:nvSpPr>
        <p:spPr/>
        <p:txBody>
          <a:bodyPr/>
          <a:lstStyle/>
          <a:p>
            <a:fld id="{B0838614-F7BD-4234-8178-1EFE563CA599}" type="slidenum">
              <a:rPr lang="en-IN" smtClean="0"/>
              <a:t>‹#›</a:t>
            </a:fld>
            <a:endParaRPr lang="en-IN"/>
          </a:p>
        </p:txBody>
      </p:sp>
    </p:spTree>
    <p:extLst>
      <p:ext uri="{BB962C8B-B14F-4D97-AF65-F5344CB8AC3E}">
        <p14:creationId xmlns:p14="http://schemas.microsoft.com/office/powerpoint/2010/main" val="3675637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443DF2-0086-28DD-DC01-1E2F4E9671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50348B-9D98-46E2-AF19-41A0E14FDE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C0984B-A2BC-5C61-784A-A91A3CAD75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2630D0-2A18-4000-B167-C63EA596D708}" type="datetimeFigureOut">
              <a:rPr lang="en-IN" smtClean="0"/>
              <a:t>28-04-2026</a:t>
            </a:fld>
            <a:endParaRPr lang="en-IN"/>
          </a:p>
        </p:txBody>
      </p:sp>
      <p:sp>
        <p:nvSpPr>
          <p:cNvPr id="5" name="Footer Placeholder 4">
            <a:extLst>
              <a:ext uri="{FF2B5EF4-FFF2-40B4-BE49-F238E27FC236}">
                <a16:creationId xmlns:a16="http://schemas.microsoft.com/office/drawing/2014/main" id="{68A22296-C428-5569-B215-C48944BB8D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55C6F7-9A30-1DA0-51CC-D3B40CC85B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838614-F7BD-4234-8178-1EFE563CA599}" type="slidenum">
              <a:rPr lang="en-IN" smtClean="0"/>
              <a:t>‹#›</a:t>
            </a:fld>
            <a:endParaRPr lang="en-IN"/>
          </a:p>
        </p:txBody>
      </p:sp>
    </p:spTree>
    <p:extLst>
      <p:ext uri="{BB962C8B-B14F-4D97-AF65-F5344CB8AC3E}">
        <p14:creationId xmlns:p14="http://schemas.microsoft.com/office/powerpoint/2010/main" val="4219343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2771A8-FC61-76EF-AF61-4E01B5DF20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890587"/>
            <a:ext cx="7620000" cy="5076825"/>
          </a:xfrm>
          <a:prstGeom prst="rect">
            <a:avLst/>
          </a:prstGeom>
        </p:spPr>
      </p:pic>
      <p:pic>
        <p:nvPicPr>
          <p:cNvPr id="4" name="Picture 3">
            <a:extLst>
              <a:ext uri="{FF2B5EF4-FFF2-40B4-BE49-F238E27FC236}">
                <a16:creationId xmlns:a16="http://schemas.microsoft.com/office/drawing/2014/main" id="{6A70F367-9E5B-C13C-29ED-121A515ECCE4}"/>
              </a:ext>
            </a:extLst>
          </p:cNvPr>
          <p:cNvPicPr>
            <a:picLocks noChangeAspect="1"/>
          </p:cNvPicPr>
          <p:nvPr/>
        </p:nvPicPr>
        <p:blipFill>
          <a:blip r:embed="rId3"/>
          <a:stretch>
            <a:fillRect/>
          </a:stretch>
        </p:blipFill>
        <p:spPr>
          <a:xfrm>
            <a:off x="7983972" y="696074"/>
            <a:ext cx="2086415" cy="2650731"/>
          </a:xfrm>
          <a:prstGeom prst="rect">
            <a:avLst/>
          </a:prstGeom>
        </p:spPr>
      </p:pic>
    </p:spTree>
    <p:extLst>
      <p:ext uri="{BB962C8B-B14F-4D97-AF65-F5344CB8AC3E}">
        <p14:creationId xmlns:p14="http://schemas.microsoft.com/office/powerpoint/2010/main" val="80216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7B25DF-3D70-57C0-697C-DE191584F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890587"/>
            <a:ext cx="7620000" cy="5076825"/>
          </a:xfrm>
          <a:prstGeom prst="rect">
            <a:avLst/>
          </a:prstGeom>
        </p:spPr>
      </p:pic>
    </p:spTree>
    <p:extLst>
      <p:ext uri="{BB962C8B-B14F-4D97-AF65-F5344CB8AC3E}">
        <p14:creationId xmlns:p14="http://schemas.microsoft.com/office/powerpoint/2010/main" val="3930443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a:extLst>
              <a:ext uri="{FF2B5EF4-FFF2-40B4-BE49-F238E27FC236}">
                <a16:creationId xmlns:a16="http://schemas.microsoft.com/office/drawing/2014/main" id="{E5CE2962-1EF6-C6A1-4DF9-B56FDE18434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572817EA-079F-3F9F-141A-60C7FC2FE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0811" y="80291"/>
            <a:ext cx="10052407" cy="6697417"/>
          </a:xfrm>
          <a:prstGeom prst="rect">
            <a:avLst/>
          </a:prstGeom>
        </p:spPr>
      </p:pic>
      <p:sp>
        <p:nvSpPr>
          <p:cNvPr id="6" name="TextBox 5">
            <a:extLst>
              <a:ext uri="{FF2B5EF4-FFF2-40B4-BE49-F238E27FC236}">
                <a16:creationId xmlns:a16="http://schemas.microsoft.com/office/drawing/2014/main" id="{163BA801-140D-C7FF-5995-5CDB13FEA40F}"/>
              </a:ext>
            </a:extLst>
          </p:cNvPr>
          <p:cNvSpPr txBox="1"/>
          <p:nvPr/>
        </p:nvSpPr>
        <p:spPr>
          <a:xfrm>
            <a:off x="1384442" y="5117605"/>
            <a:ext cx="6097712" cy="1477328"/>
          </a:xfrm>
          <a:prstGeom prst="rect">
            <a:avLst/>
          </a:prstGeom>
          <a:noFill/>
        </p:spPr>
        <p:txBody>
          <a:bodyPr wrap="square">
            <a:spAutoFit/>
          </a:bodyPr>
          <a:lstStyle/>
          <a:p>
            <a:r>
              <a:rPr lang="en-US" b="1" i="0" dirty="0">
                <a:solidFill>
                  <a:srgbClr val="61738F"/>
                </a:solidFill>
                <a:effectLst/>
                <a:latin typeface="__Source_Sans_3_0eb6ed"/>
              </a:rPr>
              <a:t>Authentication</a:t>
            </a:r>
            <a:r>
              <a:rPr lang="en-US" b="0" i="0" dirty="0">
                <a:solidFill>
                  <a:srgbClr val="61738F"/>
                </a:solidFill>
                <a:effectLst/>
                <a:latin typeface="__Source_Sans_3_0eb6ed"/>
              </a:rPr>
              <a:t> is the process of verifying who you are. In a Spring Boot application, this involves checking your credentials (like a username and password) against the stored data, and if they match, you're granted access to the system, much like being allowed into a mall after showing a valid ID.</a:t>
            </a:r>
            <a:endParaRPr lang="en-IN" dirty="0"/>
          </a:p>
        </p:txBody>
      </p:sp>
    </p:spTree>
    <p:extLst>
      <p:ext uri="{BB962C8B-B14F-4D97-AF65-F5344CB8AC3E}">
        <p14:creationId xmlns:p14="http://schemas.microsoft.com/office/powerpoint/2010/main" val="3925699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C96249-B8EE-F2D5-BFB0-55B741DE5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0256" y="150847"/>
            <a:ext cx="7620000" cy="5076825"/>
          </a:xfrm>
          <a:prstGeom prst="rect">
            <a:avLst/>
          </a:prstGeom>
        </p:spPr>
      </p:pic>
      <p:sp>
        <p:nvSpPr>
          <p:cNvPr id="5" name="TextBox 4">
            <a:extLst>
              <a:ext uri="{FF2B5EF4-FFF2-40B4-BE49-F238E27FC236}">
                <a16:creationId xmlns:a16="http://schemas.microsoft.com/office/drawing/2014/main" id="{9C6EDAC4-400F-45E5-1309-794A051AE746}"/>
              </a:ext>
            </a:extLst>
          </p:cNvPr>
          <p:cNvSpPr txBox="1"/>
          <p:nvPr/>
        </p:nvSpPr>
        <p:spPr>
          <a:xfrm>
            <a:off x="593332" y="5112468"/>
            <a:ext cx="7533526" cy="1200329"/>
          </a:xfrm>
          <a:prstGeom prst="rect">
            <a:avLst/>
          </a:prstGeom>
          <a:noFill/>
        </p:spPr>
        <p:txBody>
          <a:bodyPr wrap="square">
            <a:spAutoFit/>
          </a:bodyPr>
          <a:lstStyle/>
          <a:p>
            <a:r>
              <a:rPr lang="en-US" b="1" i="0" dirty="0">
                <a:solidFill>
                  <a:srgbClr val="61738F"/>
                </a:solidFill>
                <a:effectLst/>
                <a:latin typeface="__Source_Sans_3_0eb6ed"/>
              </a:rPr>
              <a:t>Authorization</a:t>
            </a:r>
            <a:r>
              <a:rPr lang="en-US" b="0" i="0" dirty="0">
                <a:solidFill>
                  <a:srgbClr val="61738F"/>
                </a:solidFill>
                <a:effectLst/>
                <a:latin typeface="__Source_Sans_3_0eb6ed"/>
              </a:rPr>
              <a:t> is the process of determining what you can and cannot do within the app after you've logged in. Even though you're authenticated and allowed into the app, your permissions decide whether you can access certain features or areas, like editing your settings or accessing the admin panel.</a:t>
            </a:r>
            <a:endParaRPr lang="en-IN" dirty="0"/>
          </a:p>
        </p:txBody>
      </p:sp>
    </p:spTree>
    <p:extLst>
      <p:ext uri="{BB962C8B-B14F-4D97-AF65-F5344CB8AC3E}">
        <p14:creationId xmlns:p14="http://schemas.microsoft.com/office/powerpoint/2010/main" val="1442167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5A6457-1C6B-3993-F530-5CFD44D58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890587"/>
            <a:ext cx="7620000" cy="5076825"/>
          </a:xfrm>
          <a:prstGeom prst="rect">
            <a:avLst/>
          </a:prstGeom>
        </p:spPr>
      </p:pic>
    </p:spTree>
    <p:extLst>
      <p:ext uri="{BB962C8B-B14F-4D97-AF65-F5344CB8AC3E}">
        <p14:creationId xmlns:p14="http://schemas.microsoft.com/office/powerpoint/2010/main" val="66574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5E81A-82A0-04F9-6822-2188B44BAF1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538975C-00E8-6C79-9297-A6797642C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890587"/>
            <a:ext cx="7620000" cy="5076825"/>
          </a:xfrm>
          <a:prstGeom prst="rect">
            <a:avLst/>
          </a:prstGeom>
        </p:spPr>
      </p:pic>
    </p:spTree>
    <p:extLst>
      <p:ext uri="{BB962C8B-B14F-4D97-AF65-F5344CB8AC3E}">
        <p14:creationId xmlns:p14="http://schemas.microsoft.com/office/powerpoint/2010/main" val="3618840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ECDEB2-9FB3-D70D-C2E4-CD763F209C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890587"/>
            <a:ext cx="7620000" cy="5076825"/>
          </a:xfrm>
          <a:prstGeom prst="rect">
            <a:avLst/>
          </a:prstGeom>
        </p:spPr>
      </p:pic>
    </p:spTree>
    <p:extLst>
      <p:ext uri="{BB962C8B-B14F-4D97-AF65-F5344CB8AC3E}">
        <p14:creationId xmlns:p14="http://schemas.microsoft.com/office/powerpoint/2010/main" val="2488074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9613</TotalTime>
  <Words>112</Words>
  <Application>Microsoft Office PowerPoint</Application>
  <PresentationFormat>Widescreen</PresentationFormat>
  <Paragraphs>4</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__Source_Sans_3_0eb6ed</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Narendra Sahoo</dc:creator>
  <cp:lastModifiedBy>Narendra Sahoo</cp:lastModifiedBy>
  <cp:revision>4</cp:revision>
  <dcterms:created xsi:type="dcterms:W3CDTF">2026-01-26T14:44:00Z</dcterms:created>
  <dcterms:modified xsi:type="dcterms:W3CDTF">2026-05-03T08:42:35Z</dcterms:modified>
</cp:coreProperties>
</file>