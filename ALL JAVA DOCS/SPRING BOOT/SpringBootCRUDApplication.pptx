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EA4F-64A4-0E18-07E7-4D04522E3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D519EE-CF59-4827-69B2-1548D401B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0156F-82FC-8198-5474-381075B3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2FDF3-B9D7-452D-16F4-9C9898A2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02A0A-1FCA-987A-785A-9D7ADA25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3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9C26-1EE8-EEE7-21A8-105DD019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735F-B29E-03C2-99C1-1D7C55B03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0F98-3D05-8DBC-2212-87F25170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7694C-1031-E0AD-E0F0-771F1953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E956-21AC-3038-A2CF-B4E31DB7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72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F9E0-CBFC-C89F-EB87-9F5F2741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D384F-19C9-0541-17C3-46654C62D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F329C-B4DA-23C9-6311-BE341DA2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5A7CF-D607-864D-596B-7632DDE6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57152-43B4-2C17-77F3-42A2D1A8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1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0795-44DC-16DA-3C15-67228CA43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DDE27-EADC-6A10-5C13-83995CCD9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A104B-03BB-3DAE-5C51-8AE285FDC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89BAA-B249-29E3-1AE7-21DAC9ED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D4643-B8D5-EE8B-5ACE-FACB526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7D62E-28F4-DA3E-1B89-B3AC7B62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34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35DF-41E9-B604-2D7D-1FA5F40F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7BBA8-5CE2-14AA-48BE-CCAE52328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7BDBD-953F-BA28-0F63-9E2372D24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E2307-DA2F-2807-EDA1-274DFC0B4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CA803-0886-F9F6-DCE7-C0C8F74C6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180AB-0A5B-1436-F250-2FC6C8C3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AAF5E-B965-334E-5FFD-B69B22BD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788AE-B669-D2F0-6639-03BFE641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76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EBB0-6544-9EE2-3087-3DA5404A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47373-A8E5-E5D5-2394-A02C1FC1E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F4F58-1137-0B50-FD14-FC732157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C8FF8-5A33-FDBB-E4C8-120EA68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8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969CB-4003-0CD2-2A99-3C96B9D6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548D3-69F6-6821-60D4-71885CC2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B2E92-4F29-0335-6F79-6F0AB0FA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57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E6BEE-8025-41B6-8CA8-DB64747D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AC8F-3F36-1A0B-E3B2-1369BA2E4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1AE10-D62B-47FC-AF58-46BC11024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29C5A-3770-2D4F-4BE0-D6189332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18927-F2D2-8A3F-ECC1-308FA6C3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424EC-1445-8E9C-6641-230EE1AC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74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C54D-CD09-80C4-85D2-ACE2D02B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11DA6-55A1-9CA1-2F2F-B8113B505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E1771-4234-B8CF-C6BC-E4035A52D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0EF3E-2B54-E0D6-A266-C5090BCEE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57B4E-1C14-8D11-98B7-B6F30814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6B241-5E69-797C-5301-8265C2B7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842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E64D-5EC4-C262-F701-70FCCEE5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59BFA-86F4-D990-06E3-8C2F46AE2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1674-6F42-77B8-24D0-3AD3B7AC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27FFB-4B39-8ACC-2C1A-3C2F169D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04FE0-A4F8-D3FB-A7CC-9A30C253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80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AB787-37D9-C02E-52F9-A11EB9AA2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63B48-30EB-A11A-864C-91C69B574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EA8F9-BD18-2A29-544D-6FF2C76E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78BB3-B9A8-C842-0B23-1995A021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41A17-AD91-2411-1D18-71BCB81F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87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50933-E2CB-FAEA-E040-AD5277D7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5AD2D-C5D6-99AC-F7BE-1D38D94F4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28C04-AC66-7FD1-3AD7-06C8CC4DF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9FAEA-CE92-4F12-B3C2-62E8646B0C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9494C-84A9-F803-4F4A-174B4978B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15077-8EC6-4552-08B3-36872C85C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960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5EB1-23B3-6A16-19FF-84D0E89F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Spring Boot CRUD Application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49AFF0D-CBFE-B2DA-B667-0A83F7235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830" y="2011680"/>
            <a:ext cx="5578309" cy="331683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9D72C-B2E8-9BCD-6FB0-C6E546F7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957" y="5412520"/>
            <a:ext cx="1358970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3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172CA-3695-FC9E-851C-F8B0E1F1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423"/>
            <a:ext cx="11183754" cy="441554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73246F9-6F1A-2391-8AE8-35BDF5A3F030}"/>
              </a:ext>
            </a:extLst>
          </p:cNvPr>
          <p:cNvSpPr/>
          <p:nvPr/>
        </p:nvSpPr>
        <p:spPr>
          <a:xfrm>
            <a:off x="1477575" y="2949017"/>
            <a:ext cx="1491915" cy="216568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03350A0-178E-F590-4568-49380DA77BE5}"/>
              </a:ext>
            </a:extLst>
          </p:cNvPr>
          <p:cNvSpPr/>
          <p:nvPr/>
        </p:nvSpPr>
        <p:spPr>
          <a:xfrm>
            <a:off x="2910228" y="3594625"/>
            <a:ext cx="548641" cy="201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0F1CF-B49B-BB27-311D-4BF3E05A0ADE}"/>
              </a:ext>
            </a:extLst>
          </p:cNvPr>
          <p:cNvSpPr txBox="1"/>
          <p:nvPr/>
        </p:nvSpPr>
        <p:spPr>
          <a:xfrm>
            <a:off x="3537077" y="3549425"/>
            <a:ext cx="7962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HTTP POST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B51A0DB-722F-5C4E-9B4D-AE958614E954}"/>
              </a:ext>
            </a:extLst>
          </p:cNvPr>
          <p:cNvSpPr/>
          <p:nvPr/>
        </p:nvSpPr>
        <p:spPr>
          <a:xfrm>
            <a:off x="2904414" y="3825127"/>
            <a:ext cx="548641" cy="201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C58297A-12C6-40E2-D4BA-C9DE21FD67D2}"/>
              </a:ext>
            </a:extLst>
          </p:cNvPr>
          <p:cNvSpPr/>
          <p:nvPr/>
        </p:nvSpPr>
        <p:spPr>
          <a:xfrm>
            <a:off x="2910227" y="4041068"/>
            <a:ext cx="548641" cy="201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A37A10D-B58D-A1B9-1A79-FFFD663BCED8}"/>
              </a:ext>
            </a:extLst>
          </p:cNvPr>
          <p:cNvSpPr/>
          <p:nvPr/>
        </p:nvSpPr>
        <p:spPr>
          <a:xfrm>
            <a:off x="2896303" y="4255568"/>
            <a:ext cx="548641" cy="201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638F17-4E8E-FBDE-C6B7-5FDE3F2A6910}"/>
              </a:ext>
            </a:extLst>
          </p:cNvPr>
          <p:cNvSpPr txBox="1"/>
          <p:nvPr/>
        </p:nvSpPr>
        <p:spPr>
          <a:xfrm>
            <a:off x="3521638" y="3763343"/>
            <a:ext cx="7962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HTTP GET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BBDD12-DBEC-C129-0097-196BC80A34A3}"/>
              </a:ext>
            </a:extLst>
          </p:cNvPr>
          <p:cNvSpPr txBox="1"/>
          <p:nvPr/>
        </p:nvSpPr>
        <p:spPr>
          <a:xfrm>
            <a:off x="3514625" y="4005590"/>
            <a:ext cx="7962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HTTP  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ABB42-CA31-D15A-4B27-119D156044B3}"/>
              </a:ext>
            </a:extLst>
          </p:cNvPr>
          <p:cNvSpPr txBox="1"/>
          <p:nvPr/>
        </p:nvSpPr>
        <p:spPr>
          <a:xfrm>
            <a:off x="3537076" y="4241217"/>
            <a:ext cx="9262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HTTP DELETE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4B6D9E2F-99BD-B222-2031-5E2BBA212DF1}"/>
              </a:ext>
            </a:extLst>
          </p:cNvPr>
          <p:cNvSpPr/>
          <p:nvPr/>
        </p:nvSpPr>
        <p:spPr>
          <a:xfrm>
            <a:off x="4333366" y="3575694"/>
            <a:ext cx="460015" cy="1876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6148A912-3762-A921-1151-6579B026181A}"/>
              </a:ext>
            </a:extLst>
          </p:cNvPr>
          <p:cNvSpPr/>
          <p:nvPr/>
        </p:nvSpPr>
        <p:spPr>
          <a:xfrm>
            <a:off x="4333366" y="3809966"/>
            <a:ext cx="460015" cy="1876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7DE54E0B-3F5E-58B2-C1F5-AD266A2DB2BA}"/>
              </a:ext>
            </a:extLst>
          </p:cNvPr>
          <p:cNvSpPr/>
          <p:nvPr/>
        </p:nvSpPr>
        <p:spPr>
          <a:xfrm>
            <a:off x="4360840" y="4023744"/>
            <a:ext cx="460015" cy="1876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48EE701D-0C1E-A75E-E2AA-359F5688BD15}"/>
              </a:ext>
            </a:extLst>
          </p:cNvPr>
          <p:cNvSpPr/>
          <p:nvPr/>
        </p:nvSpPr>
        <p:spPr>
          <a:xfrm>
            <a:off x="4364746" y="4274350"/>
            <a:ext cx="460015" cy="1876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264D27BF-9A01-A4DF-7A49-73A2D64368F0}"/>
              </a:ext>
            </a:extLst>
          </p:cNvPr>
          <p:cNvSpPr/>
          <p:nvPr/>
        </p:nvSpPr>
        <p:spPr>
          <a:xfrm>
            <a:off x="10521016" y="3205248"/>
            <a:ext cx="1540042" cy="1732548"/>
          </a:xfrm>
          <a:prstGeom prst="flowChartMagneticDisk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Database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AD628B8-4658-64BD-BD99-76E8A569F31A}"/>
              </a:ext>
            </a:extLst>
          </p:cNvPr>
          <p:cNvSpPr/>
          <p:nvPr/>
        </p:nvSpPr>
        <p:spPr>
          <a:xfrm>
            <a:off x="4793380" y="2762450"/>
            <a:ext cx="4722593" cy="28298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AECBE2-7EFF-0D86-DDD2-E2518C592DF6}"/>
              </a:ext>
            </a:extLst>
          </p:cNvPr>
          <p:cNvSpPr/>
          <p:nvPr/>
        </p:nvSpPr>
        <p:spPr>
          <a:xfrm>
            <a:off x="4996360" y="3088918"/>
            <a:ext cx="1200255" cy="20573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Controller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52CBEF-F312-7C0C-42B8-12E12FF8DF62}"/>
              </a:ext>
            </a:extLst>
          </p:cNvPr>
          <p:cNvSpPr/>
          <p:nvPr/>
        </p:nvSpPr>
        <p:spPr>
          <a:xfrm>
            <a:off x="8148434" y="3103898"/>
            <a:ext cx="1200254" cy="20573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Repository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D1EA40-8467-AD62-EE62-4FC33BACC8F9}"/>
              </a:ext>
            </a:extLst>
          </p:cNvPr>
          <p:cNvCxnSpPr>
            <a:cxnSpLocks/>
          </p:cNvCxnSpPr>
          <p:nvPr/>
        </p:nvCxnSpPr>
        <p:spPr>
          <a:xfrm>
            <a:off x="6196615" y="4117568"/>
            <a:ext cx="3823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BCF0995-2AC1-FCB4-8854-A39E224D8915}"/>
              </a:ext>
            </a:extLst>
          </p:cNvPr>
          <p:cNvSpPr/>
          <p:nvPr/>
        </p:nvSpPr>
        <p:spPr>
          <a:xfrm>
            <a:off x="6618113" y="3103898"/>
            <a:ext cx="1200255" cy="2057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Service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08D4D4-E985-A59E-EC9E-3AD0DF33DFD3}"/>
              </a:ext>
            </a:extLst>
          </p:cNvPr>
          <p:cNvCxnSpPr>
            <a:cxnSpLocks/>
          </p:cNvCxnSpPr>
          <p:nvPr/>
        </p:nvCxnSpPr>
        <p:spPr>
          <a:xfrm>
            <a:off x="7818368" y="4100023"/>
            <a:ext cx="3823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B26A5F-11DE-A3C8-4BDD-CB2E83774FE3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348688" y="4132548"/>
            <a:ext cx="1172328" cy="92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119AF956-8F3B-9DDD-5561-E0E82F8A5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030" y="0"/>
            <a:ext cx="1358970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6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84CC-BC7E-F881-DC58-96DBD5CD7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E893F-DAB5-C05C-EA55-1CDC789BC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9DE33-EF77-549B-E21B-E2A0B599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80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17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Spring Boot CRUD Application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Alisha Sahoo</dc:creator>
  <cp:lastModifiedBy>Narendra Sahoo</cp:lastModifiedBy>
  <cp:revision>9</cp:revision>
  <dcterms:created xsi:type="dcterms:W3CDTF">2023-04-30T03:06:11Z</dcterms:created>
  <dcterms:modified xsi:type="dcterms:W3CDTF">2026-04-17T10:08:18Z</dcterms:modified>
</cp:coreProperties>
</file>