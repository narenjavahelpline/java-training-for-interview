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7FDFE-4C63-9E91-C433-38420E540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F5B00-C790-B7C9-DD63-60EFFF4DA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7DFA6-1D2E-FBE9-31E0-920E54A81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1CBE-B723-4F38-985F-ABF39D694F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F6C97-33A0-88B6-1E60-2C815AC2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F0115-600C-B309-7EEF-1CBF097A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3B66-7666-4F43-86B8-CF322040D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15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438A-B6C7-1BB1-4D3B-884711C8E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540C2-E3A7-CB92-FA69-DD782E09C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9F662-23A2-6CBC-5AF0-548BB1ADB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1CBE-B723-4F38-985F-ABF39D694F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83EDB-8105-8A95-284D-B1461DD8E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735F6-A227-CD3D-39F2-4373A5BBE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3B66-7666-4F43-86B8-CF322040D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65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13D4C-8DA2-991A-C6C6-E016EBE0B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F63BF-A6BD-A9F4-BA05-55002A3DA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3869A-DF23-D870-D322-C53A916ED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1CBE-B723-4F38-985F-ABF39D694F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4BF51-C28D-3E45-F076-80EDD656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B3D47-7B4B-5FD1-9613-CDC5AD2AF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3B66-7666-4F43-86B8-CF322040D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807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9740-0187-1176-CE5B-76EC158CE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B982C-9479-F8AD-0179-DE603E071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3E4F9-7453-4EF1-83C7-7CA55150E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1DDE8-2961-6697-C21D-CCCFDDF27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1CBE-B723-4F38-985F-ABF39D694F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B1900-7DAD-D3E0-54F7-0E9E11B0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C171A-986A-5B45-ABE5-C4D40C9D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3B66-7666-4F43-86B8-CF322040D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834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BB207-49CE-C4F6-CCCB-2445E40C9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8DE40-973B-4F63-2CC7-3EFBD5460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3748C-2F45-6EE6-A959-8DCF6E915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5DBE7-2F06-CFA2-33F1-1AA743414E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B8F53-334E-2CE3-6711-A5AE88317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E88584-44A6-0900-8324-C5787AF5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1CBE-B723-4F38-985F-ABF39D694F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BDBE09-113C-D09C-E58D-8FC5B645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A7573E-6604-7384-BB28-6CE429BCD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3B66-7666-4F43-86B8-CF322040D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58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7C73B-5D7F-DDB4-4773-733770854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1FF1DA-48B4-4267-BC2F-F9BAF498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1CBE-B723-4F38-985F-ABF39D694F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65154-A37E-8145-7D0C-DFB648F0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65896-AED0-98F8-2AB3-40C0B3E8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3B66-7666-4F43-86B8-CF322040D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506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8EDEC9-A0E9-0D04-40FF-32778C776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1CBE-B723-4F38-985F-ABF39D694F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C397E-AF17-546F-9FFF-A71F22D9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34246-BB8F-ED86-27A3-A6B3AE184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3B66-7666-4F43-86B8-CF322040D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184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0866-926B-1CA4-DE64-7B147F4E0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FC3F6-BD41-DDE0-C53F-4CD7BE141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AE464-2C4E-BF96-2294-2691505B9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08DAC-FC37-59D3-B3E6-5189D0CA7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1CBE-B723-4F38-985F-ABF39D694F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2FA07-C8E3-CFD2-1C4E-D1E9FD414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D880F-D358-DAFF-44C9-A4945179D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3B66-7666-4F43-86B8-CF322040D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55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BE7F-0B4B-8287-9053-F7D76B0E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88B0B5-9BB7-92C5-AFF8-8412CC9A8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183BB-1F1F-F592-FDD7-541962983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D00C1-23C4-D72C-5E9A-A6DB85FEF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1CBE-B723-4F38-985F-ABF39D694F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29C87-2A4B-F911-1D2A-5B45AE5E2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DE0FD-6053-CC21-A98C-4F353C9A0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3B66-7666-4F43-86B8-CF322040D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88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011E-694A-7BB5-5100-C8AC5B5A1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76CF0-911D-3D2B-9EEB-540B7B242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EAC00-6818-8904-902E-8A3E66F4C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1CBE-B723-4F38-985F-ABF39D694F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D2B1C-8BA9-80D1-9F81-D7CE68A6C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84996-B9BA-D9CB-BF8A-0F318FBA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3B66-7666-4F43-86B8-CF322040D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474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B8903F-FE35-BF81-8952-AC55EDE33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DF1EC-B712-1E77-DBEB-FD76B9022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5C1A1-E372-6554-F180-39E414ED8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1CBE-B723-4F38-985F-ABF39D694F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DF454-8CE4-54CF-C31E-785800AF1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FB782-78D6-5B68-439C-5FD272BE7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3B66-7666-4F43-86B8-CF322040D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421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64CE23-A1D2-98B7-B6A5-BD45CA86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610FE-160E-0121-FF47-6FE838AD4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1B3E0-2F67-4CEB-C384-AB6F9DF1D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81CBE-B723-4F38-985F-ABF39D694F7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EA759-F878-211C-979E-7F6A91C47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23A61-BE2A-6905-DAE0-7C718EA903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B3B66-7666-4F43-86B8-CF322040D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62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B5A3-8646-F84C-913D-A574B55975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Security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FD6EB-3DF6-6A64-FEA5-E12D2E6C14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940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E6FDC1-4C43-367A-1257-75DBBFDC7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9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F08116-FEF2-2A36-2C47-826AB111A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882"/>
            <a:ext cx="12192000" cy="6706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00A27B-39F3-72D4-45DD-C0037B760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547" y="2547991"/>
            <a:ext cx="1743181" cy="22500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4FCFF7-DF8C-9BB6-64BC-573CA9C6D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8819" y="2690117"/>
            <a:ext cx="1743181" cy="22500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8CF4E5-9C55-6FA5-D33C-8F05D5559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049" y="390419"/>
            <a:ext cx="1080498" cy="11006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F49056-B723-8CFA-EFC6-A23945A4B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9720" y="5619964"/>
            <a:ext cx="900359" cy="116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84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Spring Security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Narendra Sahoo</dc:creator>
  <cp:lastModifiedBy>Narendra Sahoo</cp:lastModifiedBy>
  <cp:revision>1</cp:revision>
  <dcterms:created xsi:type="dcterms:W3CDTF">2026-01-19T13:28:31Z</dcterms:created>
  <dcterms:modified xsi:type="dcterms:W3CDTF">2026-01-19T13:28:40Z</dcterms:modified>
</cp:coreProperties>
</file>