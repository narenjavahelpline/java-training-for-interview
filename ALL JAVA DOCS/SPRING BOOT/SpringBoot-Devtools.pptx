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6" r:id="rId6"/>
    <p:sldId id="267" r:id="rId7"/>
    <p:sldId id="268" r:id="rId8"/>
    <p:sldId id="270" r:id="rId9"/>
    <p:sldId id="272" r:id="rId10"/>
    <p:sldId id="276" r:id="rId11"/>
    <p:sldId id="277" r:id="rId12"/>
    <p:sldId id="260" r:id="rId13"/>
    <p:sldId id="261" r:id="rId14"/>
    <p:sldId id="262" r:id="rId15"/>
    <p:sldId id="263" r:id="rId16"/>
    <p:sldId id="264" r:id="rId17"/>
    <p:sldId id="265" r:id="rId18"/>
    <p:sldId id="27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140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Spring Boot DevTools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Why we need </a:t>
            </a:r>
            <a:r>
              <a:rPr dirty="0" err="1"/>
              <a:t>DevTools</a:t>
            </a:r>
            <a:r>
              <a:rPr dirty="0"/>
              <a:t> &amp; how auto-restart works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DevTools?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A development tool that improves productivity by enabling:</a:t>
            </a:r>
          </a:p>
          <a:p>
            <a:pPr marL="0" indent="0">
              <a:buNone/>
            </a:pPr>
            <a:r>
              <a:rPr dirty="0"/>
              <a:t>- Automatic restart</a:t>
            </a:r>
          </a:p>
          <a:p>
            <a:pPr marL="0" indent="0">
              <a:buNone/>
            </a:pPr>
            <a:r>
              <a:rPr dirty="0"/>
              <a:t>- Live reload</a:t>
            </a:r>
          </a:p>
          <a:p>
            <a:pPr marL="0" indent="0">
              <a:buNone/>
            </a:pPr>
            <a:r>
              <a:rPr dirty="0"/>
              <a:t>- Better dev defaults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Automatic Restart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Any code change → app restarts automatically</a:t>
            </a:r>
          </a:p>
          <a:p>
            <a:r>
              <a:t>No need to stop &amp; run manually</a:t>
            </a:r>
          </a:p>
          <a:p>
            <a:r>
              <a:t>Faster development cycle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Reload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Changes in HTML/CSS/JS → browser refreshes automatically</a:t>
            </a:r>
          </a:p>
          <a:p>
            <a:r>
              <a:t>Useful for frontend + backend development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Spring Boot DevTools in IntelliJ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Step-by-step implementation guide</a:t>
            </a:r>
          </a:p>
        </p:txBody>
      </p:sp>
    </p:spTree>
    <p:extLst>
      <p:ext uri="{BB962C8B-B14F-4D97-AF65-F5344CB8AC3E}">
        <p14:creationId xmlns:p14="http://schemas.microsoft.com/office/powerpoint/2010/main" val="36063087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1: Add Dependency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Add </a:t>
            </a:r>
            <a:r>
              <a:rPr dirty="0" err="1"/>
              <a:t>DevTools</a:t>
            </a:r>
            <a:r>
              <a:rPr dirty="0"/>
              <a:t> dependency using Maven Repository or Spring </a:t>
            </a:r>
            <a:r>
              <a:rPr dirty="0" err="1"/>
              <a:t>Initializr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763854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Maven Repository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dirty="0"/>
              <a:t>Search 'spring-boot-</a:t>
            </a:r>
            <a:r>
              <a:rPr dirty="0" err="1"/>
              <a:t>devtools</a:t>
            </a:r>
            <a:r>
              <a:rPr dirty="0"/>
              <a:t>'</a:t>
            </a:r>
          </a:p>
          <a:p>
            <a:pPr marL="0" indent="0">
              <a:buNone/>
            </a:pPr>
            <a:r>
              <a:rPr dirty="0"/>
              <a:t>Add dependency to pom.xml</a:t>
            </a:r>
          </a:p>
          <a:p>
            <a:pPr marL="0" indent="0">
              <a:buNone/>
            </a:pPr>
            <a:r>
              <a:rPr dirty="0"/>
              <a:t>Use correct version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Dependency Example</a:t>
            </a:r>
          </a:p>
          <a:p>
            <a:pPr marL="0" indent="0">
              <a:buNone/>
            </a:pPr>
            <a:r>
              <a:rPr lang="en-IN" dirty="0"/>
              <a:t>&lt;!-- Source: https://mvnrepository.com/artifact/org.springframework.boot/spring-boot-devtools --&gt;</a:t>
            </a:r>
          </a:p>
          <a:p>
            <a:pPr marL="0" indent="0">
              <a:buNone/>
            </a:pPr>
            <a:r>
              <a:rPr lang="en-IN" dirty="0"/>
              <a:t>&lt;dependency&gt;</a:t>
            </a:r>
          </a:p>
          <a:p>
            <a:pPr marL="0" indent="0">
              <a:buNone/>
            </a:pPr>
            <a:r>
              <a:rPr lang="en-IN" dirty="0"/>
              <a:t>    &lt;</a:t>
            </a:r>
            <a:r>
              <a:rPr lang="en-IN" dirty="0" err="1"/>
              <a:t>groupId</a:t>
            </a:r>
            <a:r>
              <a:rPr lang="en-IN" dirty="0"/>
              <a:t>&gt;</a:t>
            </a:r>
            <a:r>
              <a:rPr lang="en-IN" dirty="0" err="1"/>
              <a:t>org.springframework.boot</a:t>
            </a:r>
            <a:r>
              <a:rPr lang="en-IN" dirty="0"/>
              <a:t>&lt;/</a:t>
            </a:r>
            <a:r>
              <a:rPr lang="en-IN" dirty="0" err="1"/>
              <a:t>groupId</a:t>
            </a:r>
            <a:r>
              <a:rPr lang="en-IN" dirty="0"/>
              <a:t>&gt;</a:t>
            </a:r>
          </a:p>
          <a:p>
            <a:pPr marL="0" indent="0">
              <a:buNone/>
            </a:pPr>
            <a:r>
              <a:rPr lang="en-IN" dirty="0"/>
              <a:t>    &lt;</a:t>
            </a:r>
            <a:r>
              <a:rPr lang="en-IN" dirty="0" err="1"/>
              <a:t>artifactId</a:t>
            </a:r>
            <a:r>
              <a:rPr lang="en-IN" dirty="0"/>
              <a:t>&gt;spring-boot-</a:t>
            </a:r>
            <a:r>
              <a:rPr lang="en-IN" dirty="0" err="1"/>
              <a:t>devtools</a:t>
            </a:r>
            <a:r>
              <a:rPr lang="en-IN" dirty="0"/>
              <a:t>&lt;/</a:t>
            </a:r>
            <a:r>
              <a:rPr lang="en-IN" dirty="0" err="1"/>
              <a:t>artifactId</a:t>
            </a:r>
            <a:r>
              <a:rPr lang="en-IN" dirty="0"/>
              <a:t>&gt;</a:t>
            </a:r>
          </a:p>
          <a:p>
            <a:pPr marL="0" indent="0">
              <a:buNone/>
            </a:pPr>
            <a:r>
              <a:rPr lang="en-IN" dirty="0"/>
              <a:t>    &lt;version&gt;4.0.4&lt;/version&gt;</a:t>
            </a:r>
          </a:p>
          <a:p>
            <a:pPr marL="0" indent="0">
              <a:buNone/>
            </a:pPr>
            <a:r>
              <a:rPr lang="en-IN" dirty="0"/>
              <a:t>    &lt;scope&gt;runtime&lt;/scope&gt;</a:t>
            </a:r>
          </a:p>
          <a:p>
            <a:pPr marL="0" indent="0">
              <a:buNone/>
            </a:pPr>
            <a:r>
              <a:rPr lang="en-IN" dirty="0"/>
              <a:t>&lt;/dependency&gt;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015188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Spring </a:t>
            </a:r>
            <a:r>
              <a:rPr dirty="0" err="1"/>
              <a:t>Initializr</a:t>
            </a:r>
            <a:r>
              <a:rPr dirty="0"/>
              <a:t>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Go to start.spring.io</a:t>
            </a:r>
          </a:p>
          <a:p>
            <a:pPr marL="0" indent="0">
              <a:buNone/>
            </a:pPr>
            <a:r>
              <a:rPr dirty="0"/>
              <a:t>Select </a:t>
            </a:r>
            <a:r>
              <a:rPr dirty="0" err="1"/>
              <a:t>DevTools</a:t>
            </a:r>
            <a:r>
              <a:rPr dirty="0"/>
              <a:t> dependency</a:t>
            </a:r>
          </a:p>
          <a:p>
            <a:pPr marL="0" indent="0">
              <a:buNone/>
            </a:pPr>
            <a:r>
              <a:rPr dirty="0"/>
              <a:t>Download project</a:t>
            </a:r>
            <a:r>
              <a:rPr lang="en-IN" dirty="0"/>
              <a:t>, and get the dependency from pom.xml file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358451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2: IntelliJ Settings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800" dirty="0"/>
              <a:t>Enable automatic build &amp; auto-make</a:t>
            </a:r>
            <a:endParaRPr lang="en-IN" sz="1800" dirty="0"/>
          </a:p>
          <a:p>
            <a:r>
              <a:rPr lang="en-IN" sz="1800" dirty="0"/>
              <a:t>Run Application using 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IN" sz="1800" dirty="0"/>
              <a:t>Click ▶ Run button in IntelliJ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IN" sz="1800" dirty="0"/>
              <a:t>Start Spring Boot app</a:t>
            </a:r>
          </a:p>
          <a:p>
            <a:endParaRPr lang="en-IN" sz="1800" dirty="0"/>
          </a:p>
          <a:p>
            <a:r>
              <a:rPr lang="en-IN" sz="1800" dirty="0"/>
              <a:t>Enable Auto Build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1800" dirty="0"/>
              <a:t>File → Settings → Build, Execution, Deployment → Compiler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1800" dirty="0"/>
              <a:t>Enable: Build project automatically</a:t>
            </a:r>
          </a:p>
          <a:p>
            <a:r>
              <a:rPr lang="en-IN" sz="1800" dirty="0"/>
              <a:t>Enable Auto-Make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1800" dirty="0"/>
              <a:t>Advanced Settings → Allow auto-make while running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sz="1800" dirty="0"/>
          </a:p>
          <a:p>
            <a:pPr lvl="1">
              <a:buFont typeface="Wingdings" panose="05000000000000000000" pitchFamily="2" charset="2"/>
              <a:buChar char="Ø"/>
            </a:pPr>
            <a:endParaRPr lang="en-US" sz="1800" dirty="0"/>
          </a:p>
          <a:p>
            <a:pPr marL="457200" lvl="1" indent="0">
              <a:buNone/>
            </a:pPr>
            <a:endParaRPr lang="en-US" sz="1800" dirty="0"/>
          </a:p>
          <a:p>
            <a:endParaRPr sz="1800" dirty="0"/>
          </a:p>
        </p:txBody>
      </p:sp>
    </p:spTree>
    <p:extLst>
      <p:ext uri="{BB962C8B-B14F-4D97-AF65-F5344CB8AC3E}">
        <p14:creationId xmlns:p14="http://schemas.microsoft.com/office/powerpoint/2010/main" val="28362735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Step </a:t>
            </a:r>
            <a:r>
              <a:rPr lang="en-IN" dirty="0"/>
              <a:t>3</a:t>
            </a:r>
            <a:r>
              <a:rPr dirty="0"/>
              <a:t>: Verify </a:t>
            </a:r>
            <a:r>
              <a:rPr dirty="0" err="1"/>
              <a:t>DevTools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Check console log:</a:t>
            </a:r>
          </a:p>
          <a:p>
            <a:r>
              <a:rPr dirty="0" err="1"/>
              <a:t>Devtools</a:t>
            </a:r>
            <a:r>
              <a:rPr dirty="0"/>
              <a:t> property defaults active!</a:t>
            </a:r>
          </a:p>
        </p:txBody>
      </p:sp>
    </p:spTree>
    <p:extLst>
      <p:ext uri="{BB962C8B-B14F-4D97-AF65-F5344CB8AC3E}">
        <p14:creationId xmlns:p14="http://schemas.microsoft.com/office/powerpoint/2010/main" val="10329204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Step </a:t>
            </a:r>
            <a:r>
              <a:rPr lang="en-IN" dirty="0"/>
              <a:t>4</a:t>
            </a:r>
            <a:r>
              <a:rPr dirty="0"/>
              <a:t>: Test Auto Restart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Modify .java or properties file</a:t>
            </a:r>
          </a:p>
          <a:p>
            <a:r>
              <a:rPr dirty="0"/>
              <a:t>Save → App restarts automatically</a:t>
            </a:r>
          </a:p>
        </p:txBody>
      </p:sp>
    </p:spTree>
    <p:extLst>
      <p:ext uri="{BB962C8B-B14F-4D97-AF65-F5344CB8AC3E}">
        <p14:creationId xmlns:p14="http://schemas.microsoft.com/office/powerpoint/2010/main" val="1429372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Properties File Changes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Changes in </a:t>
            </a:r>
            <a:r>
              <a:rPr dirty="0" err="1"/>
              <a:t>application.properties</a:t>
            </a:r>
            <a:r>
              <a:rPr dirty="0"/>
              <a:t> / </a:t>
            </a:r>
            <a:r>
              <a:rPr dirty="0" err="1"/>
              <a:t>application.yml</a:t>
            </a:r>
            <a:endParaRPr dirty="0"/>
          </a:p>
          <a:p>
            <a:pPr marL="0" indent="0">
              <a:buNone/>
            </a:pPr>
            <a:r>
              <a:rPr dirty="0"/>
              <a:t>→ </a:t>
            </a:r>
            <a:r>
              <a:rPr dirty="0" err="1"/>
              <a:t>DevTools</a:t>
            </a:r>
            <a:r>
              <a:rPr dirty="0"/>
              <a:t> WILL auto restart</a:t>
            </a:r>
          </a:p>
          <a:p>
            <a:pPr marL="0" indent="0">
              <a:buNone/>
            </a:pPr>
            <a:r>
              <a:rPr dirty="0"/>
              <a:t>Because they are in </a:t>
            </a:r>
            <a:r>
              <a:rPr dirty="0" err="1"/>
              <a:t>classpath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pom.xml Changes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Changes in pom.xml → NO auto restart</a:t>
            </a:r>
          </a:p>
          <a:p>
            <a:pPr marL="0" indent="0">
              <a:buNone/>
            </a:pPr>
            <a:r>
              <a:rPr dirty="0"/>
              <a:t>Reason:</a:t>
            </a:r>
          </a:p>
          <a:p>
            <a:pPr marL="0" indent="0">
              <a:buNone/>
            </a:pPr>
            <a:r>
              <a:rPr dirty="0"/>
              <a:t>- Not part of </a:t>
            </a:r>
            <a:r>
              <a:rPr dirty="0" err="1"/>
              <a:t>classpath</a:t>
            </a:r>
            <a:endParaRPr dirty="0"/>
          </a:p>
          <a:p>
            <a:pPr marL="0" indent="0">
              <a:buNone/>
            </a:pPr>
            <a:r>
              <a:rPr dirty="0"/>
              <a:t>- Build configuration file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to do after pom.xml change?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1. Reload Maven project</a:t>
            </a:r>
          </a:p>
          <a:p>
            <a:pPr marL="0" indent="0">
              <a:buNone/>
            </a:pPr>
            <a:r>
              <a:rPr dirty="0"/>
              <a:t>2. Rebuild project</a:t>
            </a:r>
          </a:p>
          <a:p>
            <a:pPr marL="0" indent="0">
              <a:buNone/>
            </a:pPr>
            <a:r>
              <a:rPr dirty="0"/>
              <a:t>3. Restart application manually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Quick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Java files → Restart </a:t>
            </a:r>
            <a:r>
              <a:rPr lang="en-IN" dirty="0"/>
              <a:t>✅</a:t>
            </a:r>
            <a:endParaRPr dirty="0"/>
          </a:p>
          <a:p>
            <a:r>
              <a:rPr dirty="0"/>
              <a:t>Properties/YAML → Restart </a:t>
            </a:r>
            <a:r>
              <a:rPr lang="en-IN" dirty="0"/>
              <a:t>✅</a:t>
            </a:r>
            <a:endParaRPr dirty="0"/>
          </a:p>
          <a:p>
            <a:r>
              <a:rPr dirty="0"/>
              <a:t>Static files → Live reload </a:t>
            </a:r>
            <a:r>
              <a:rPr lang="en-IN" dirty="0"/>
              <a:t>✅</a:t>
            </a:r>
            <a:endParaRPr dirty="0"/>
          </a:p>
          <a:p>
            <a:r>
              <a:rPr dirty="0"/>
              <a:t>pom.xml → Restart ❌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DevTools Works Internally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Uses two </a:t>
            </a:r>
            <a:r>
              <a:rPr dirty="0" err="1"/>
              <a:t>classloaders</a:t>
            </a:r>
            <a:r>
              <a:rPr dirty="0"/>
              <a:t>:</a:t>
            </a:r>
          </a:p>
          <a:p>
            <a:pPr marL="0" indent="0">
              <a:buNone/>
            </a:pPr>
            <a:r>
              <a:rPr dirty="0"/>
              <a:t>- Base </a:t>
            </a:r>
            <a:r>
              <a:rPr dirty="0" err="1"/>
              <a:t>classloader</a:t>
            </a:r>
            <a:r>
              <a:rPr dirty="0"/>
              <a:t> (stable code)</a:t>
            </a:r>
          </a:p>
          <a:p>
            <a:pPr marL="0" indent="0">
              <a:buNone/>
            </a:pPr>
            <a:r>
              <a:rPr dirty="0"/>
              <a:t>- Restart </a:t>
            </a:r>
            <a:r>
              <a:rPr dirty="0" err="1"/>
              <a:t>classloader</a:t>
            </a:r>
            <a:r>
              <a:rPr dirty="0"/>
              <a:t> (changing code)</a:t>
            </a:r>
          </a:p>
          <a:p>
            <a:pPr marL="0" indent="0">
              <a:buNone/>
            </a:pPr>
            <a:r>
              <a:rPr dirty="0"/>
              <a:t>→ Faster restart, not full JVM restart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- Use only in development</a:t>
            </a:r>
          </a:p>
          <a:p>
            <a:pPr marL="0" indent="0">
              <a:buNone/>
            </a:pPr>
            <a:r>
              <a:rPr dirty="0"/>
              <a:t>- Avoid in production</a:t>
            </a:r>
          </a:p>
          <a:p>
            <a:pPr marL="0" indent="0">
              <a:buNone/>
            </a:pPr>
            <a:r>
              <a:rPr dirty="0"/>
              <a:t>- Improves developer productivity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 Tips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Use runtime scope</a:t>
            </a:r>
          </a:p>
          <a:p>
            <a:r>
              <a:rPr dirty="0" err="1"/>
              <a:t>DevTools</a:t>
            </a:r>
            <a:r>
              <a:rPr dirty="0"/>
              <a:t> disabled in production</a:t>
            </a:r>
            <a:r>
              <a:rPr lang="en-IN" dirty="0"/>
              <a:t> automatically</a:t>
            </a:r>
            <a:endParaRPr dirty="0"/>
          </a:p>
          <a:p>
            <a:r>
              <a:rPr dirty="0"/>
              <a:t>Works for Java &amp; config files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433</Words>
  <Application>Microsoft Office PowerPoint</Application>
  <PresentationFormat>On-screen Show (4:3)</PresentationFormat>
  <Paragraphs>85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Wingdings</vt:lpstr>
      <vt:lpstr>Office Theme</vt:lpstr>
      <vt:lpstr>Spring Boot DevTools</vt:lpstr>
      <vt:lpstr>What is DevTools?</vt:lpstr>
      <vt:lpstr>Automatic Restart</vt:lpstr>
      <vt:lpstr>Live Reload</vt:lpstr>
      <vt:lpstr>Spring Boot DevTools in IntelliJ</vt:lpstr>
      <vt:lpstr>Step 1: Add Dependency</vt:lpstr>
      <vt:lpstr>Maven Repository</vt:lpstr>
      <vt:lpstr>Spring Initializr Method</vt:lpstr>
      <vt:lpstr>Step 2: IntelliJ Settings</vt:lpstr>
      <vt:lpstr>Step 3: Verify DevTools</vt:lpstr>
      <vt:lpstr>Step 4: Test Auto Restart</vt:lpstr>
      <vt:lpstr>Properties File Changes</vt:lpstr>
      <vt:lpstr>pom.xml Changes</vt:lpstr>
      <vt:lpstr>What to do after pom.xml change?</vt:lpstr>
      <vt:lpstr>Quick Summary</vt:lpstr>
      <vt:lpstr>How DevTools Works Internally</vt:lpstr>
      <vt:lpstr>Best Practices</vt:lpstr>
      <vt:lpstr>Pro Tips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Narendra Sahoo</dc:creator>
  <cp:keywords/>
  <dc:description>generated using python-pptx</dc:description>
  <cp:lastModifiedBy>Narendra Sahoo</cp:lastModifiedBy>
  <cp:revision>13</cp:revision>
  <dcterms:created xsi:type="dcterms:W3CDTF">2013-01-27T09:14:16Z</dcterms:created>
  <dcterms:modified xsi:type="dcterms:W3CDTF">2026-03-30T17:38:25Z</dcterms:modified>
  <cp:category/>
</cp:coreProperties>
</file>