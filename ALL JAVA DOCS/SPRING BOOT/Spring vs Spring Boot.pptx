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9" r:id="rId2"/>
    <p:sldId id="287" r:id="rId3"/>
    <p:sldId id="288" r:id="rId4"/>
    <p:sldId id="260" r:id="rId5"/>
    <p:sldId id="28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939F7-AAC3-3E62-2613-8DF799F0B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84B7AB-3E31-8689-7D74-F10EFC3136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7B0B6-2DFB-B20B-B48D-C821B7B4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6A2375-454D-F3A6-96BB-3657E92AC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51402-2BEB-91AF-62F1-5508AAD0D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64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20862-B9D4-656E-FEB7-CF240F829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AB8C0-5D89-5184-B9B6-EB92873AC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702EF1-F6E8-6F2B-A54E-BFF95D6AB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6F508C-681E-B981-E7DF-FB0707069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EF9FE2-CDC1-1BC7-926A-9F0AC7F2F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693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DFDD8-6D1C-4127-E1F4-373DBF38A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88DBE3-9AF7-6310-64EA-30A45D89C4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E78877-EAC4-624D-8310-EAC230962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6A7232-ABFF-45AD-12F2-ACEA7C742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69A407-69B2-5E53-7387-262C4E826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738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439BC-0271-FE58-FA1E-B690D3A37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7683E7-F6A1-318D-5959-E991E3A93F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A262A8-667A-3713-402A-BF6A9B24AD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1680C8-D9D7-F033-C35C-B73B81CCF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69C420-A21C-8581-E8E1-6A5A63AA0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1E0CC8-42A6-95E2-EF12-A16DE9A4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4010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7681E0-12F2-9DD6-EF46-83D3A0BD7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1C43A-47BB-29BB-A6DC-4CD24DA175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21D22A-EC5A-B6C4-5EBC-9713442543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E7BE2C-82DF-6600-07C8-E7B7A9AF01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4708CF-88E1-370E-AC6B-9D7EF09E9F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490A0B-207B-042C-E4E4-3227D8A439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4E64A2-BF43-4487-6466-FECD47D52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22FBAB-5BB5-1276-A817-95AC0733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8633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01F1B-DEEC-8E0B-9CCA-25F409574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D6D33B-6EB5-045D-96BC-B5BD3A658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0FFF14-BF20-7410-697C-D5BC74965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C22498-4073-F0C3-E3C2-34C5CB66D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750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57AC1D-A3D1-BFCA-20F5-098297B9B1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06A70C-A577-8217-6F5F-F2119745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31E785-5950-9DFC-7F7C-DDBD968AD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29478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6A5C0F-2805-FDAA-06CA-F048857E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70AD9-0753-E9CD-1D16-D21D8F730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FB195E-96F4-2395-7867-2C4E610656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486418-3819-EFAC-546B-744E99C7F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D1D598-DE58-73CF-F9B8-72C12D426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AA86BC-8D4E-DDAE-85AC-ED803CA8B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698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AE3D6-3A0E-621B-58AA-49675DC0F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37A39B-1458-1EA1-262A-29A6253E52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84B95-7C04-894C-E8C5-94624D1658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DCC74-3058-51A6-D91D-10DBDDD8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F9082E-CF1C-3D8C-56DB-E7AAAECBB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EAC9A3-692D-B9B2-4720-F540F11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455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1357B-7803-42CB-4AAA-75C7FEEE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B43975-4D4F-3492-67B5-9808666C8C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46339A-D351-D5A0-99D7-2D1D1992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409AA1-5FAC-E58B-6E03-550F9F279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172D6-00CA-9B2E-8BDA-1E1DCACC5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714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B46E70-3441-3D1C-FA60-CF5417F907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42EE3-7FA7-A891-4B25-97B53023FA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55A59-64CB-74B7-5C15-719D8D67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03F1D5-11E1-9C06-4136-515176AD4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419471-7C9E-FC0C-A667-4C9A80B20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2658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525BC26-C216-18EC-BF75-F5FA079EF6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1E269B-BE20-413F-223A-E7F22A0755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B8926-FAA3-8BE4-C42E-74AA3D2DB4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B3DBCD-B2EB-4010-965A-0660599F4F9A}" type="datetimeFigureOut">
              <a:rPr lang="en-IN" smtClean="0"/>
              <a:t>02-10-2023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5DB9F8-E730-13DF-E4A9-FEF8B6E431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10973E-F90F-4744-26C9-D884F810A3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02C332-A5E6-4F4B-A863-3FCE05D47E0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2538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45845-9B9A-244C-DFA6-5C27EA4A8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875745" cy="6103052"/>
          </a:xfrm>
          <a:effectLst>
            <a:glow rad="101600">
              <a:schemeClr val="accent2">
                <a:satMod val="175000"/>
                <a:alpha val="40000"/>
              </a:schemeClr>
            </a:glow>
            <a:outerShdw blurRad="50800" dist="38100" dir="18900000" algn="bl" rotWithShape="0">
              <a:prstClr val="black">
                <a:alpha val="40000"/>
              </a:prstClr>
            </a:outerShdw>
          </a:effectLst>
          <a:scene3d>
            <a:camera prst="perspectiveRelaxedModerately"/>
            <a:lightRig rig="threePt" dir="t"/>
          </a:scene3d>
          <a:sp3d>
            <a:bevelT w="152400" h="50800" prst="softRound"/>
          </a:sp3d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                 </a:t>
            </a:r>
            <a:r>
              <a:rPr lang="en-IN" sz="6000" b="1" dirty="0">
                <a:solidFill>
                  <a:srgbClr val="FF0000"/>
                </a:solidFill>
              </a:rPr>
              <a:t>Spring vs Spring Boot</a:t>
            </a:r>
            <a:endParaRPr lang="en-IN" sz="60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CB7912-5840-9C8C-21CF-602D8E003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3527" y="5217966"/>
            <a:ext cx="1296414" cy="1094870"/>
          </a:xfrm>
          <a:prstGeom prst="rect">
            <a:avLst/>
          </a:prstGeom>
          <a:effectLst>
            <a:glow rad="228600">
              <a:schemeClr val="accent2">
                <a:satMod val="175000"/>
                <a:alpha val="40000"/>
              </a:schemeClr>
            </a:glow>
            <a:innerShdw blurRad="114300">
              <a:prstClr val="black"/>
            </a:innerShdw>
            <a:reflection blurRad="6350" stA="50000" endA="300" endPos="55000" dir="5400000" sy="-100000" algn="bl" rotWithShape="0"/>
          </a:effectLst>
          <a:scene3d>
            <a:camera prst="perspectiveFront"/>
            <a:lightRig rig="threePt" dir="t"/>
          </a:scene3d>
          <a:sp3d>
            <a:bevelT prst="angle"/>
          </a:sp3d>
        </p:spPr>
      </p:pic>
    </p:spTree>
    <p:extLst>
      <p:ext uri="{BB962C8B-B14F-4D97-AF65-F5344CB8AC3E}">
        <p14:creationId xmlns:p14="http://schemas.microsoft.com/office/powerpoint/2010/main" val="235622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7CF1D4-2C64-DFC7-CE88-E76002D93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Spring vs Spring Boot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BFCCC9-347F-CB5E-1386-83BEDDBD6178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accent2"/>
            </a:solidFill>
          </a:ln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7475E6C-E7EB-32D1-F218-B0307B20244B}"/>
              </a:ext>
            </a:extLst>
          </p:cNvPr>
          <p:cNvSpPr/>
          <p:nvPr/>
        </p:nvSpPr>
        <p:spPr>
          <a:xfrm>
            <a:off x="2712719" y="2079056"/>
            <a:ext cx="3696102" cy="4023360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CB14DEA-04E8-BDA8-8D84-23BF7998170F}"/>
              </a:ext>
            </a:extLst>
          </p:cNvPr>
          <p:cNvSpPr/>
          <p:nvPr/>
        </p:nvSpPr>
        <p:spPr>
          <a:xfrm>
            <a:off x="3378467" y="3118585"/>
            <a:ext cx="2364607" cy="2983831"/>
          </a:xfrm>
          <a:prstGeom prst="ellipse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Spring Farmwork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BB4EC2-AA05-DF9B-E715-270F051C6B97}"/>
              </a:ext>
            </a:extLst>
          </p:cNvPr>
          <p:cNvSpPr txBox="1"/>
          <p:nvPr/>
        </p:nvSpPr>
        <p:spPr>
          <a:xfrm>
            <a:off x="3840079" y="2545551"/>
            <a:ext cx="1441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Spring Boot</a:t>
            </a:r>
          </a:p>
        </p:txBody>
      </p:sp>
    </p:spTree>
    <p:extLst>
      <p:ext uri="{BB962C8B-B14F-4D97-AF65-F5344CB8AC3E}">
        <p14:creationId xmlns:p14="http://schemas.microsoft.com/office/powerpoint/2010/main" val="966948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6F85BA-43C4-677F-876A-33EB06397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750" y="784816"/>
            <a:ext cx="8283023" cy="5479180"/>
          </a:xfrm>
          <a:prstGeom prst="rect">
            <a:avLst/>
          </a:prstGeom>
          <a:ln>
            <a:noFill/>
          </a:ln>
          <a:effectLst>
            <a:glow rad="228600">
              <a:schemeClr val="accent2">
                <a:satMod val="175000"/>
                <a:alpha val="40000"/>
              </a:schemeClr>
            </a:glow>
            <a:outerShdw blurRad="50800" dist="38100" dir="16200000" rotWithShape="0">
              <a:prstClr val="black">
                <a:alpha val="40000"/>
              </a:prstClr>
            </a:outerShdw>
          </a:effectLst>
          <a:scene3d>
            <a:camera prst="perspectiveFront"/>
            <a:lightRig rig="contrasting" dir="t">
              <a:rot lat="0" lon="0" rev="1500000"/>
            </a:lightRig>
          </a:scene3d>
          <a:sp3d prstMaterial="metal">
            <a:bevelT w="88900" h="88900" prst="softRound"/>
          </a:sp3d>
        </p:spPr>
      </p:pic>
    </p:spTree>
    <p:extLst>
      <p:ext uri="{BB962C8B-B14F-4D97-AF65-F5344CB8AC3E}">
        <p14:creationId xmlns:p14="http://schemas.microsoft.com/office/powerpoint/2010/main" val="2278248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098DD3-481A-901E-AA01-ECA365BD1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80" y="895149"/>
            <a:ext cx="10604243" cy="5043637"/>
          </a:xfrm>
          <a:prstGeom prst="rect">
            <a:avLst/>
          </a:prstGeom>
          <a:ln>
            <a:noFill/>
          </a:ln>
          <a:effectLst>
            <a:glow rad="139700">
              <a:schemeClr val="accent6">
                <a:satMod val="175000"/>
                <a:alpha val="40000"/>
              </a:schemeClr>
            </a:glow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ngle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621255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20E16E-A159-7AF9-CFFD-B3EEECA3DD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IN" sz="6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endParaRPr lang="en-IN" sz="6000" b="1" dirty="0">
              <a:solidFill>
                <a:srgbClr val="0070C0"/>
              </a:solidFill>
            </a:endParaRPr>
          </a:p>
          <a:p>
            <a:pPr marL="0" indent="0">
              <a:buNone/>
            </a:pPr>
            <a:r>
              <a:rPr lang="en-IN" sz="6000" b="1" dirty="0">
                <a:solidFill>
                  <a:srgbClr val="0070C0"/>
                </a:solidFill>
              </a:rPr>
              <a:t>          Thank you….</a:t>
            </a:r>
          </a:p>
        </p:txBody>
      </p:sp>
    </p:spTree>
    <p:extLst>
      <p:ext uri="{BB962C8B-B14F-4D97-AF65-F5344CB8AC3E}">
        <p14:creationId xmlns:p14="http://schemas.microsoft.com/office/powerpoint/2010/main" val="305845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</TotalTime>
  <Words>17</Words>
  <Application>Microsoft Office PowerPoint</Application>
  <PresentationFormat>Widescreen</PresentationFormat>
  <Paragraphs>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                 Spring vs Spring Boot</vt:lpstr>
      <vt:lpstr>Spring vs Spring Boot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vs Spring Boot</dc:title>
  <dc:creator>Narendra Sahoo</dc:creator>
  <cp:lastModifiedBy>Narendra Sahoo</cp:lastModifiedBy>
  <cp:revision>6</cp:revision>
  <dcterms:created xsi:type="dcterms:W3CDTF">2023-10-02T16:01:54Z</dcterms:created>
  <dcterms:modified xsi:type="dcterms:W3CDTF">2023-10-02T16:17:56Z</dcterms:modified>
</cp:coreProperties>
</file>