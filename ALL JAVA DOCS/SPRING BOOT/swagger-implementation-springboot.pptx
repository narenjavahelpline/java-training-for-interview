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99124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Swagger Integration in Spring Boot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Future-ready step-by-step guide</a:t>
            </a:r>
          </a:p>
          <a:p>
            <a:r>
              <a:rPr dirty="0"/>
              <a:t>Using </a:t>
            </a:r>
            <a:r>
              <a:rPr dirty="0" err="1"/>
              <a:t>Springdoc</a:t>
            </a:r>
            <a:r>
              <a:rPr dirty="0"/>
              <a:t> </a:t>
            </a:r>
            <a:r>
              <a:rPr dirty="0" err="1"/>
              <a:t>OpenAPI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Swagger?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API Documentation Tool</a:t>
            </a:r>
          </a:p>
          <a:p>
            <a:pPr marL="0" indent="0">
              <a:buNone/>
            </a:pPr>
            <a:r>
              <a:rPr dirty="0"/>
              <a:t>• Interactive UI</a:t>
            </a:r>
          </a:p>
          <a:p>
            <a:pPr marL="0" indent="0">
              <a:buNone/>
            </a:pPr>
            <a:r>
              <a:rPr dirty="0"/>
              <a:t>• Test APIs without Postman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</a:t>
            </a:r>
            <a:r>
              <a:rPr dirty="0" err="1"/>
              <a:t>Springdoc</a:t>
            </a:r>
            <a:r>
              <a:rPr dirty="0"/>
              <a:t> </a:t>
            </a:r>
            <a:r>
              <a:rPr dirty="0" err="1"/>
              <a:t>OpenAPI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Springfox</a:t>
            </a:r>
            <a:r>
              <a:rPr dirty="0"/>
              <a:t> NOT supported</a:t>
            </a:r>
          </a:p>
          <a:p>
            <a:pPr marL="0" indent="0">
              <a:buNone/>
            </a:pPr>
            <a:r>
              <a:rPr dirty="0"/>
              <a:t>• Boot 4 still evolving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Add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springdoc</a:t>
            </a:r>
            <a:r>
              <a:rPr dirty="0"/>
              <a:t>-</a:t>
            </a:r>
            <a:r>
              <a:rPr dirty="0" err="1"/>
              <a:t>openapi</a:t>
            </a:r>
            <a:r>
              <a:rPr dirty="0"/>
              <a:t>-starter-</a:t>
            </a:r>
            <a:r>
              <a:rPr dirty="0" err="1"/>
              <a:t>webmvc</a:t>
            </a:r>
            <a:r>
              <a:rPr dirty="0"/>
              <a:t>-</a:t>
            </a:r>
            <a:r>
              <a:rPr dirty="0" err="1"/>
              <a:t>ui</a:t>
            </a:r>
            <a:endParaRPr dirty="0"/>
          </a:p>
          <a:p>
            <a:r>
              <a:rPr dirty="0"/>
              <a:t>Version: </a:t>
            </a:r>
            <a:r>
              <a:rPr lang="en-IN" dirty="0"/>
              <a:t>2.8.17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Run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No configuration required</a:t>
            </a:r>
          </a:p>
          <a:p>
            <a:pPr marL="0" indent="0">
              <a:buNone/>
            </a:pPr>
            <a:r>
              <a:rPr dirty="0"/>
              <a:t>• Auto configuration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Access Swagger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http://localhost:8080/swagger-ui/index.html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Customize API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OpenAPI Bean</a:t>
            </a:r>
          </a:p>
          <a:p>
            <a:r>
              <a:t>Add title, version, description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Add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@Operation</a:t>
            </a:r>
          </a:p>
          <a:p>
            <a:r>
              <a:rPr dirty="0"/>
              <a:t>@ApiResponse</a:t>
            </a:r>
          </a:p>
          <a:p>
            <a:r>
              <a:rPr dirty="0"/>
              <a:t>Better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7: With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Allow:</a:t>
            </a:r>
          </a:p>
          <a:p>
            <a:r>
              <a:rPr dirty="0"/>
              <a:t>/swagger-</a:t>
            </a:r>
            <a:r>
              <a:rPr dirty="0" err="1"/>
              <a:t>ui</a:t>
            </a:r>
            <a:r>
              <a:rPr dirty="0"/>
              <a:t>/**</a:t>
            </a:r>
          </a:p>
          <a:p>
            <a:r>
              <a:rPr dirty="0"/>
              <a:t>/v3/</a:t>
            </a:r>
            <a:r>
              <a:rPr dirty="0" err="1"/>
              <a:t>api</a:t>
            </a:r>
            <a:r>
              <a:rPr dirty="0"/>
              <a:t>-docs/**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 docs</a:t>
            </a:r>
          </a:p>
          <a:p>
            <a:pPr marL="0" indent="0">
              <a:buNone/>
            </a:pPr>
            <a:r>
              <a:rPr dirty="0"/>
              <a:t>• Team collaboration</a:t>
            </a:r>
          </a:p>
          <a:p>
            <a:pPr marL="0" indent="0">
              <a:buNone/>
            </a:pPr>
            <a:r>
              <a:rPr dirty="0"/>
              <a:t>• Faster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/swagger-</a:t>
            </a:r>
            <a:r>
              <a:rPr dirty="0" err="1"/>
              <a:t>ui</a:t>
            </a:r>
            <a:r>
              <a:rPr dirty="0"/>
              <a:t>/index.html</a:t>
            </a:r>
          </a:p>
          <a:p>
            <a:r>
              <a:rPr dirty="0"/>
              <a:t>/v3/</a:t>
            </a:r>
            <a:r>
              <a:rPr dirty="0" err="1"/>
              <a:t>api</a:t>
            </a:r>
            <a:r>
              <a:rPr dirty="0"/>
              <a:t>-docs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Swagger makes API development faster and easier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156</Words>
  <Application>Microsoft Office PowerPoint</Application>
  <PresentationFormat>On-screen Show (4:3)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Swagger Integration in Spring Boot 4</vt:lpstr>
      <vt:lpstr>What is Swagger?</vt:lpstr>
      <vt:lpstr>Important Note</vt:lpstr>
      <vt:lpstr>Step 1: Add Dependency</vt:lpstr>
      <vt:lpstr>Step 2: Run Application</vt:lpstr>
      <vt:lpstr>Step 3: Access Swagger UI</vt:lpstr>
      <vt:lpstr>Step 5: Customize API Docs</vt:lpstr>
      <vt:lpstr>Step 6: Add Annotations</vt:lpstr>
      <vt:lpstr>Step 7: With Security</vt:lpstr>
      <vt:lpstr>Real World Benefits</vt:lpstr>
      <vt:lpstr>Bonus Endpoints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8</cp:revision>
  <dcterms:created xsi:type="dcterms:W3CDTF">2013-01-27T09:14:16Z</dcterms:created>
  <dcterms:modified xsi:type="dcterms:W3CDTF">2026-04-17T10:04:46Z</dcterms:modified>
  <cp:category/>
</cp:coreProperties>
</file>