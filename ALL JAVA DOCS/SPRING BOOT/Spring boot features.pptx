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2F40-A1BA-E8B6-F036-7C9509182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CFD69-EEED-AA7F-85D3-9D69A055D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82BCD-B824-42E8-28F9-6B5C90E3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C5B6C-C146-D5D7-67DB-A0A2883B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0B075-BA3B-D8E8-D37E-36FC1594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94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90B9-0C3D-E789-51D7-13DF090F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3E47-D084-1D1C-A071-B1F2E5333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1A8BB-D976-15C3-9599-38EAA403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C08A0-5C7B-ECEA-4958-379E4143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D3E3E-28E9-1047-6923-3A065BD2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1AA3-E5BA-370D-0767-1DA0E697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E542-FEDB-CDD0-B442-EC25C84A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1D633-9D06-1E54-1859-0FE62A0F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B9EA3-502E-DA12-49BD-81886661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B6A4-E7A7-77E2-0387-C2B0D989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53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4A02-781B-C74C-CA4C-51B6E90FB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AB10-48D6-202B-FF73-5BF7C2069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B7F91-9A67-63B8-8FBC-ED0D93629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27A05-F380-B604-0AE6-C4FB89AD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CD3DC-9D7F-52D1-1D78-B6EBB807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C6584-6868-3088-D19B-92A6FE52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1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EA85-3348-14EC-8545-371CA085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4CC19-E537-411A-94E4-22AAD605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02742-12A2-B3BF-E2C5-D7D63FE3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27F6E-9837-57A4-0051-5531B1314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CEEF2-E6FA-7DB9-4387-9ED8769C2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B0B75-8EF1-E727-EB16-697E731B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34F21-834D-5CCD-A669-E26E7AAF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CB1A01-1937-0014-61C7-170D98A4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61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FDCF-C375-C9A5-7C28-6C69A1B6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A7F9B-8744-9F82-86F0-D575C5A6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4897C-5E0C-6A96-4330-001BACEF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E0DE2-5F53-8046-E373-66631DB4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2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99773-B74A-0286-F038-12A666A5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85F6C-0AF1-BB77-BA14-9426DC58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7C7F-2361-253C-7346-F636AFEB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A74A-76B4-D335-6057-7D6A9F3D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DD65-4690-7460-072B-F417087E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5691-52DB-7E6F-F39A-3497C8237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CB0EE-D991-97C7-0FA7-3F14A41D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EFA8E-A718-D46A-4437-13E14DB3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3FE2F-7FAD-A630-820D-F7C8EA24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5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7BB2-0C03-B1CE-9D62-FF2747AB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3B034-CFF3-DDFE-7B10-BB7F96190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707CC-97A8-F5B4-B381-00FDF882D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31F45-E36B-A9FE-AA2F-CF299000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800BD-67DF-A24D-3AF0-C61FD60D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D1F4B-7C83-18E5-A4FA-BBBA177C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0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60C45-9EE6-D725-A51C-3FDBF442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7CD6B-1EF6-81BC-41CD-7AD1C046C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E1A0-1B52-B344-EB2A-B66367CA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C83A2-C447-2459-B104-05598F30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76AF-A5FB-91B2-F11D-17DA7A19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3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CCD8E-1B9B-F5C7-80F1-EFBD0386E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66592-EBB9-3587-10EF-8D7B6F478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F6DE3-0AFC-196B-FB9A-78746A9D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89E1A-3390-4404-9230-DEB69F0E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F151-E7CD-FB04-C53B-45CAC4A8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4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372F2-4C4F-0979-951C-F7F0B51C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6B46F-F343-648B-9B8C-3611CDFD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CF4C-ADAC-3F21-7018-A813BF7BD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87A1-DEBD-43B3-A61E-4C0B6CFD304A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E1905-7AF5-D06D-012E-7B1FF2D66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98033-C2D8-68CA-E16A-6249FA9C5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79B4D-2A6D-477E-989C-3B5DE8C4E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26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C8AA-8780-E917-2AE2-F48D58F5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04" y="336250"/>
            <a:ext cx="10285396" cy="2878588"/>
          </a:xfrm>
        </p:spPr>
        <p:txBody>
          <a:bodyPr/>
          <a:lstStyle/>
          <a:p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		</a:t>
            </a:r>
            <a:r>
              <a:rPr lang="en-IN" sz="6000" b="1" dirty="0">
                <a:highlight>
                  <a:srgbClr val="FFFF00"/>
                </a:highlight>
              </a:rPr>
              <a:t>Why Spring boot? </a:t>
            </a:r>
            <a:r>
              <a:rPr lang="en-IN" sz="60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95678923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622E-234C-C4FE-1014-9D3DE048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Spring boot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FFD9A-04E4-D586-2E9B-13B27F2C4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Dependency resolution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Auto configuration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Spring Boot Initializer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Starter POMs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Embedded server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Spring Boot CLI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Actuator   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2451458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FB1F-FDF1-3E9C-7545-7C029D13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22635"/>
                </a:solidFill>
                <a:effectLst/>
                <a:latin typeface="Helvetica Neue"/>
              </a:rPr>
              <a:t> Auto Configuration</a:t>
            </a:r>
            <a:br>
              <a:rPr lang="en-IN" b="1" i="0" dirty="0">
                <a:solidFill>
                  <a:srgbClr val="222635"/>
                </a:solidFill>
                <a:effectLst/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72A1-239C-B745-2807-F3F561DC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5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Spring application that uses Java-based configuration, you need to add the following two methods into your Configuration class:</a:t>
            </a:r>
          </a:p>
          <a:p>
            <a:endParaRPr lang="en-US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7A112-E0F8-B095-063A-D65C5A8F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11" y="3042662"/>
            <a:ext cx="4076837" cy="26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1286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1B4B-70E0-7E9C-4F02-00DD633C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22635"/>
                </a:solidFill>
                <a:effectLst/>
                <a:latin typeface="Helvetica Neue"/>
              </a:rPr>
              <a:t>Starter POMs</a:t>
            </a:r>
            <a:br>
              <a:rPr lang="en-IN" b="1" i="0" dirty="0">
                <a:solidFill>
                  <a:srgbClr val="222635"/>
                </a:solidFill>
                <a:effectLst/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73A95-6555-AF36-FCBC-76C5FCE3E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dirty="0"/>
              <a:t>For a simple Spring MVC-based REST application that supports Jackson and to run it an embedded container, you would at least need the following dependencies: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spring-core.jar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spring-web.jar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spring-webmvc.jar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jackson-databind.jar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tomcat-embed-core.jar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tomcat-embed-el.jar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tomcat-embed-logging-juil.jar</a:t>
            </a:r>
          </a:p>
        </p:txBody>
      </p:sp>
    </p:spTree>
    <p:extLst>
      <p:ext uri="{BB962C8B-B14F-4D97-AF65-F5344CB8AC3E}">
        <p14:creationId xmlns:p14="http://schemas.microsoft.com/office/powerpoint/2010/main" val="120889066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462B-20D7-A4CA-E457-E38C3A7D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Spring Boot CLI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ED08-C09F-7EE9-3177-755056AD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Simple HelloWorld RESTful Web Service in Groovy and Spring Boot CLI, and it works so that you can run it without compiling, as shown below: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42AE0-28AF-0CD1-DDFE-8BE62A64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82" y="3145248"/>
            <a:ext cx="4892389" cy="243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89062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158</TotalTime>
  <Words>133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 Neue</vt:lpstr>
      <vt:lpstr>Wingdings</vt:lpstr>
      <vt:lpstr>Office Theme</vt:lpstr>
      <vt:lpstr>              Why Spring boot?   </vt:lpstr>
      <vt:lpstr>Spring boot features:</vt:lpstr>
      <vt:lpstr> Auto Configuration </vt:lpstr>
      <vt:lpstr>Starter POMs </vt:lpstr>
      <vt:lpstr>Spring Boot CLI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Why Spring boot?   </dc:title>
  <dc:creator>Narendra Sahoo</dc:creator>
  <cp:lastModifiedBy>Narendra Sahoo</cp:lastModifiedBy>
  <cp:revision>2</cp:revision>
  <dcterms:created xsi:type="dcterms:W3CDTF">2023-09-15T17:17:34Z</dcterms:created>
  <dcterms:modified xsi:type="dcterms:W3CDTF">2023-09-15T19:56:25Z</dcterms:modified>
</cp:coreProperties>
</file>