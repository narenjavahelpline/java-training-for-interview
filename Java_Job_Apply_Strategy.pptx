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2" r:id="rId2"/>
    <p:sldId id="258" r:id="rId3"/>
    <p:sldId id="259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0" r:id="rId12"/>
    <p:sldId id="268" r:id="rId13"/>
    <p:sldId id="269" r:id="rId14"/>
    <p:sldId id="270" r:id="rId15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62" d="100"/>
          <a:sy n="62" d="100"/>
        </p:scale>
        <p:origin x="1400" y="4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 descr="Generated image: कैसे जॉइन करें जावा जॉब्स">
            <a:extLst>
              <a:ext uri="{FF2B5EF4-FFF2-40B4-BE49-F238E27FC236}">
                <a16:creationId xmlns:a16="http://schemas.microsoft.com/office/drawing/2014/main" id="{B0359000-A3D5-C66D-8BCF-DE58A231A9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4419600" y="3276600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IN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4C48CD0-5EFE-8785-1513-AB47F840F68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665468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Too much competition</a:t>
            </a:r>
          </a:p>
          <a:p>
            <a:r>
              <a:t>Everyone using same platforms</a:t>
            </a:r>
          </a:p>
          <a:p>
            <a:r>
              <a:t>No strategy</a:t>
            </a:r>
          </a:p>
          <a:p>
            <a:r>
              <a:t>Result: No calls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Truth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Jobs are not only on Naukri &amp; LinkedIn</a:t>
            </a:r>
          </a:p>
          <a:p>
            <a:r>
              <a:t>70% jobs are hidden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1️⃣ Job Portals-</a:t>
            </a:r>
            <a:r>
              <a:rPr lang="en-IN" dirty="0"/>
              <a:t> Naukri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Apply 20–30 jobs daily</a:t>
            </a:r>
          </a:p>
          <a:p>
            <a:r>
              <a:rPr dirty="0"/>
              <a:t>Update profile daily</a:t>
            </a:r>
          </a:p>
          <a:p>
            <a:r>
              <a:rPr dirty="0"/>
              <a:t>Add all keywords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2️⃣ LinkedIn Strategy 🔥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Apply jobs</a:t>
            </a:r>
          </a:p>
          <a:p>
            <a:r>
              <a:t>Message recruiter</a:t>
            </a:r>
          </a:p>
          <a:p>
            <a:r>
              <a:t>Post daily</a:t>
            </a:r>
          </a:p>
          <a:p>
            <a:r>
              <a:t>DM increases chances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3️⃣ Referrals 💯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Connect employees</a:t>
            </a:r>
          </a:p>
          <a:p>
            <a:r>
              <a:t>Ask politely</a:t>
            </a:r>
          </a:p>
          <a:p>
            <a:r>
              <a:t>Target small companies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4️⃣ Career Pages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Visit company websites</a:t>
            </a:r>
          </a:p>
          <a:p>
            <a:r>
              <a:t>Apply directly</a:t>
            </a:r>
          </a:p>
          <a:p>
            <a:r>
              <a:t>Less competition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da-DK" dirty="0"/>
              <a:t>5️⃣ Hidden Job Market 🚨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Telegram groups</a:t>
            </a:r>
          </a:p>
          <a:p>
            <a:r>
              <a:t>WhatsApp hiring groups</a:t>
            </a:r>
          </a:p>
          <a:p>
            <a:r>
              <a:t>Immediate hiring</a:t>
            </a:r>
          </a:p>
          <a:p>
            <a:r>
              <a:t>Avoid scams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🚶‍♂️ </a:t>
            </a:r>
            <a:r>
              <a:rPr lang="en-IN" b="1" dirty="0"/>
              <a:t>6️⃣ WALK-IN DRIVES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Direct interview</a:t>
            </a:r>
          </a:p>
          <a:p>
            <a:r>
              <a:t>No long process</a:t>
            </a:r>
          </a:p>
          <a:p>
            <a:r>
              <a:t>Good for freshers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GitHub Portfolio 💻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Upload projects</a:t>
            </a:r>
          </a:p>
          <a:p>
            <a:r>
              <a:rPr dirty="0"/>
              <a:t>Add README</a:t>
            </a:r>
          </a:p>
          <a:p>
            <a:r>
              <a:rPr dirty="0"/>
              <a:t>Show real work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🚀 6 Powerful Ways </a:t>
            </a:r>
            <a:r>
              <a:rPr dirty="0"/>
              <a:t>to Apply Jobs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000" dirty="0"/>
              <a:t>Job Portals</a:t>
            </a:r>
            <a:r>
              <a:rPr lang="en-IN" sz="2000" dirty="0"/>
              <a:t>- Naukri </a:t>
            </a:r>
          </a:p>
          <a:p>
            <a:r>
              <a:rPr lang="en-IN" sz="2000" dirty="0"/>
              <a:t>LinkedIn Strategy</a:t>
            </a:r>
          </a:p>
          <a:p>
            <a:r>
              <a:rPr lang="en-IN" sz="2000" dirty="0"/>
              <a:t>Referrals </a:t>
            </a:r>
          </a:p>
          <a:p>
            <a:r>
              <a:rPr lang="en-IN" sz="2000" dirty="0"/>
              <a:t>Career Pages</a:t>
            </a:r>
            <a:endParaRPr sz="2000" dirty="0"/>
          </a:p>
          <a:p>
            <a:r>
              <a:rPr lang="en-IN" sz="2000" dirty="0"/>
              <a:t>Hidden Job Market </a:t>
            </a:r>
          </a:p>
          <a:p>
            <a:pPr marL="800100" lvl="2" indent="0">
              <a:buNone/>
            </a:pPr>
            <a:r>
              <a:rPr lang="en-IN" sz="1300" dirty="0"/>
              <a:t>Telegram groups</a:t>
            </a:r>
          </a:p>
          <a:p>
            <a:pPr marL="800100" lvl="2" indent="0">
              <a:buNone/>
            </a:pPr>
            <a:r>
              <a:rPr lang="en-IN" sz="1300" dirty="0"/>
              <a:t>WhatsApp groups</a:t>
            </a:r>
          </a:p>
          <a:p>
            <a:pPr marL="800100" lvl="2" indent="0">
              <a:buNone/>
            </a:pPr>
            <a:r>
              <a:rPr lang="en-IN" sz="1300" dirty="0"/>
              <a:t>Immediate hiring</a:t>
            </a:r>
          </a:p>
          <a:p>
            <a:r>
              <a:rPr sz="2000" dirty="0"/>
              <a:t>Walk-ins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📅 </a:t>
            </a:r>
            <a:r>
              <a:rPr lang="en-IN" b="1" dirty="0"/>
              <a:t>Daily Routine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Naukri → 20 jobs</a:t>
            </a:r>
          </a:p>
          <a:p>
            <a:r>
              <a:t>LinkedIn → 10 jobs</a:t>
            </a:r>
          </a:p>
          <a:p>
            <a:r>
              <a:t>DM → 5 people</a:t>
            </a:r>
          </a:p>
          <a:p>
            <a:r>
              <a:t>Post → 1 update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❌ </a:t>
            </a:r>
            <a:r>
              <a:rPr lang="en-IN" b="1" dirty="0"/>
              <a:t>Mistakes to Avoid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Blind applying</a:t>
            </a:r>
          </a:p>
          <a:p>
            <a:r>
              <a:t>No follow-up</a:t>
            </a:r>
          </a:p>
          <a:p>
            <a:r>
              <a:t>No networking</a:t>
            </a:r>
          </a:p>
          <a:p>
            <a:r>
              <a:t>Same resume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🏆 </a:t>
            </a:r>
            <a:r>
              <a:rPr lang="en-IN" b="1" dirty="0"/>
              <a:t>Golden Formula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👉 “Apply + Network + Follow-up = Job 💯”</a:t>
            </a:r>
            <a:endParaRPr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1568</TotalTime>
  <Words>184</Words>
  <Application>Microsoft Office PowerPoint</Application>
  <PresentationFormat>On-screen Show (4:3)</PresentationFormat>
  <Paragraphs>60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Calibri</vt:lpstr>
      <vt:lpstr>Office Theme</vt:lpstr>
      <vt:lpstr>PowerPoint Presentation</vt:lpstr>
      <vt:lpstr>The Problem</vt:lpstr>
      <vt:lpstr>The Truth</vt:lpstr>
      <vt:lpstr>1️⃣ Job Portals- Naukri</vt:lpstr>
      <vt:lpstr>2️⃣ LinkedIn Strategy 🔥</vt:lpstr>
      <vt:lpstr>3️⃣ Referrals 💯</vt:lpstr>
      <vt:lpstr>4️⃣ Career Pages</vt:lpstr>
      <vt:lpstr>5️⃣ Hidden Job Market 🚨</vt:lpstr>
      <vt:lpstr>🚶‍♂️ 6️⃣ WALK-IN DRIVES</vt:lpstr>
      <vt:lpstr>GitHub Portfolio 💻</vt:lpstr>
      <vt:lpstr>🚀 6 Powerful Ways to Apply Jobs</vt:lpstr>
      <vt:lpstr>📅 Daily Routine</vt:lpstr>
      <vt:lpstr>❌ Mistakes to Avoid</vt:lpstr>
      <vt:lpstr>🏆 Golden Formula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Narendra Sahoo</cp:lastModifiedBy>
  <cp:revision>9</cp:revision>
  <dcterms:created xsi:type="dcterms:W3CDTF">2013-01-27T09:14:16Z</dcterms:created>
  <dcterms:modified xsi:type="dcterms:W3CDTF">2026-04-19T17:54:20Z</dcterms:modified>
  <cp:category/>
</cp:coreProperties>
</file>