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 descr="Java Backend Interview Prep Guide">
            <a:extLst>
              <a:ext uri="{FF2B5EF4-FFF2-40B4-BE49-F238E27FC236}">
                <a16:creationId xmlns:a16="http://schemas.microsoft.com/office/drawing/2014/main" id="{E46E5B55-8B7A-BB27-0A72-15A89804A0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73644-362C-D182-4BC8-2105A4BD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079"/>
            <a:ext cx="9144000" cy="6286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D0045-7B23-B6D6-B2FB-52E7E17CF472}"/>
              </a:ext>
            </a:extLst>
          </p:cNvPr>
          <p:cNvSpPr txBox="1"/>
          <p:nvPr/>
        </p:nvSpPr>
        <p:spPr>
          <a:xfrm>
            <a:off x="2438400" y="4185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Managerial Round Mastery</a:t>
            </a:r>
          </a:p>
        </p:txBody>
      </p:sp>
    </p:spTree>
    <p:extLst>
      <p:ext uri="{BB962C8B-B14F-4D97-AF65-F5344CB8AC3E}">
        <p14:creationId xmlns:p14="http://schemas.microsoft.com/office/powerpoint/2010/main" val="422095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developers clear technical rounds</a:t>
            </a:r>
          </a:p>
          <a:p>
            <a:r>
              <a:t>But fail in managerial round</a:t>
            </a:r>
          </a:p>
          <a:p>
            <a:endParaRPr/>
          </a:p>
          <a:p>
            <a:r>
              <a:t>Reason:</a:t>
            </a:r>
          </a:p>
          <a:p>
            <a:r>
              <a:t>- Poor communication</a:t>
            </a:r>
          </a:p>
          <a:p>
            <a:r>
              <a:t>- No ownership</a:t>
            </a:r>
          </a:p>
          <a:p>
            <a:r>
              <a:t>- Weak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answering like a Developer</a:t>
            </a:r>
          </a:p>
          <a:p>
            <a:r>
              <a:t>Start answering like an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 - Situation</a:t>
            </a:r>
          </a:p>
          <a:p>
            <a:r>
              <a:t>T - Task</a:t>
            </a:r>
          </a:p>
          <a:p>
            <a:r>
              <a:t>A - Action</a:t>
            </a:r>
          </a:p>
          <a:p>
            <a:r>
              <a:t>R - Result</a:t>
            </a:r>
          </a:p>
          <a:p>
            <a:endParaRPr/>
          </a:p>
          <a:p>
            <a:r>
              <a:t>Always structure your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Tell Me About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intro</a:t>
            </a:r>
          </a:p>
          <a:p>
            <a:r>
              <a:t>Your role &amp; skills</a:t>
            </a:r>
          </a:p>
          <a:p>
            <a:r>
              <a:t>Key achievement</a:t>
            </a:r>
          </a:p>
          <a:p>
            <a:r>
              <a:t>Ownership mindset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You Want to Switch?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mindset</a:t>
            </a:r>
          </a:p>
          <a:p>
            <a:r>
              <a:t>Looking for scale</a:t>
            </a:r>
          </a:p>
          <a:p>
            <a:r>
              <a:t>More ownership</a:t>
            </a:r>
          </a:p>
          <a:p>
            <a:r>
              <a:t>Avoid negativity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Should We Hire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Ownership mindset</a:t>
            </a:r>
          </a:p>
          <a:p>
            <a:r>
              <a:t>End-to-end delivery</a:t>
            </a:r>
          </a:p>
          <a:p>
            <a:r>
              <a:t>Production experience</a:t>
            </a:r>
          </a:p>
          <a:p>
            <a:r>
              <a:t>Business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 Your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+ Tech stack</a:t>
            </a:r>
          </a:p>
          <a:p>
            <a:r>
              <a:t>Your role</a:t>
            </a:r>
          </a:p>
          <a:p>
            <a:r>
              <a:t>Scale of system</a:t>
            </a:r>
          </a:p>
          <a:p>
            <a:r>
              <a:t>Impact you created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Production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real problem</a:t>
            </a:r>
          </a:p>
          <a:p>
            <a:r>
              <a:t>Your action</a:t>
            </a:r>
          </a:p>
          <a:p>
            <a:r>
              <a:t>Result with impact</a:t>
            </a:r>
          </a:p>
          <a:p>
            <a:r>
              <a:t>Use numbers if possible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Conflict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professional</a:t>
            </a:r>
          </a:p>
          <a:p>
            <a:r>
              <a:t>Communicate clearly</a:t>
            </a:r>
          </a:p>
          <a:p>
            <a:r>
              <a:t>Focus on solution</a:t>
            </a:r>
          </a:p>
          <a:p>
            <a:r>
              <a:t>Respect opinions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impact first</a:t>
            </a:r>
          </a:p>
          <a:p>
            <a:r>
              <a:t>Production issues &gt; Features</a:t>
            </a:r>
          </a:p>
          <a:p>
            <a:r>
              <a:t>Clear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Down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calm</a:t>
            </a:r>
          </a:p>
          <a:p>
            <a:r>
              <a:t>Analyze logs</a:t>
            </a:r>
          </a:p>
          <a:p>
            <a:r>
              <a:t>Fix / rollback</a:t>
            </a:r>
          </a:p>
          <a:p>
            <a:r>
              <a:t>Communicate</a:t>
            </a:r>
          </a:p>
          <a:p>
            <a:r>
              <a:t>Find root cause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real examples</a:t>
            </a:r>
          </a:p>
          <a:p>
            <a:r>
              <a:t>Keep answers structured</a:t>
            </a:r>
          </a:p>
          <a:p>
            <a:r>
              <a:t>Be confident</a:t>
            </a:r>
          </a:p>
          <a:p>
            <a:r>
              <a:t>Think like an owner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Comment 'ANSWERS' for full guide</a:t>
            </a:r>
          </a:p>
          <a:p>
            <a:r>
              <a:t>Follow for more interview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196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The Problem</vt:lpstr>
      <vt:lpstr>Golden Rule</vt:lpstr>
      <vt:lpstr>STAR Method</vt:lpstr>
      <vt:lpstr>Tell Me About Yourself</vt:lpstr>
      <vt:lpstr>Why Do You Want to Switch?</vt:lpstr>
      <vt:lpstr>Why Should We Hire You?</vt:lpstr>
      <vt:lpstr>Explain Your Project</vt:lpstr>
      <vt:lpstr>Challenges &amp; Production Issues</vt:lpstr>
      <vt:lpstr>Team &amp; Conflict Handling</vt:lpstr>
      <vt:lpstr>Prioritization</vt:lpstr>
      <vt:lpstr>Production Down Scenario</vt:lpstr>
      <vt:lpstr>Final Advice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2</cp:revision>
  <dcterms:created xsi:type="dcterms:W3CDTF">2013-01-27T09:14:16Z</dcterms:created>
  <dcterms:modified xsi:type="dcterms:W3CDTF">2026-04-19T18:41:00Z</dcterms:modified>
  <cp:category/>
</cp:coreProperties>
</file>