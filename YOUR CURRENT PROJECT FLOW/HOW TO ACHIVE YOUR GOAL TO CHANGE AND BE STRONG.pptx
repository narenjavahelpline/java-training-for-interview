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78" r:id="rId1"/>
  </p:sldMasterIdLst>
  <p:notesMasterIdLst>
    <p:notesMasterId r:id="rId10"/>
  </p:notesMasterIdLst>
  <p:sldIdLst>
    <p:sldId id="256" r:id="rId2"/>
    <p:sldId id="257" r:id="rId3"/>
    <p:sldId id="258" r:id="rId4"/>
    <p:sldId id="276" r:id="rId5"/>
    <p:sldId id="264" r:id="rId6"/>
    <p:sldId id="278" r:id="rId7"/>
    <p:sldId id="265" r:id="rId8"/>
    <p:sldId id="275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140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10402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yourself briefly. Set expectation: this session is about clarity and confidence, not shortcuts.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Ask audience to react in chat or raise hand if they relate to any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Share 1–2 real interview experiences you have seen.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2B6A8-68C8-F7CB-B87B-EBBCBED13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5D2D91-0E23-E34A-5B5F-6A56A7FB7D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D03009-CDDB-B518-9AE3-2BF8C28301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Position yourself as mentor, not lecturer.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4AF247-3E5C-3D98-8E6F-680E947384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4448659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Position yourself as mentor, not lecturer.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08CD7F-F57E-B21E-C456-B50B39658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991CF1-96E3-DAD0-B18A-A9DE7CB0EC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A9CCFB-26A9-B4ED-CA2F-CF605A8E52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Position yourself as mentor, not lecturer.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4EFBAB-AB98-6722-C636-AC0780C1E2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7299916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Create curiosity. Ask them to attend next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End calmly.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55997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5565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06867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825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863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5359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8730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5980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09214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7121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43717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1245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80" r:id="rId2"/>
    <p:sldLayoutId id="2147483781" r:id="rId3"/>
    <p:sldLayoutId id="2147483782" r:id="rId4"/>
    <p:sldLayoutId id="2147483783" r:id="rId5"/>
    <p:sldLayoutId id="2147483784" r:id="rId6"/>
    <p:sldLayoutId id="2147483785" r:id="rId7"/>
    <p:sldLayoutId id="2147483786" r:id="rId8"/>
    <p:sldLayoutId id="2147483787" r:id="rId9"/>
    <p:sldLayoutId id="2147483788" r:id="rId10"/>
    <p:sldLayoutId id="2147483789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redirect?event=comments&amp;redir_token=QUFFLUhqbWVNTmVDdXBNUGl4SEhTTWxPOVBrZE9MUU9GZ3xBQ3Jtc0trZ3ZVVW85ZnNfdFE2a3ZMWUFSdkNlWmJEM3JFMTNDdHREanBhRTk3am5MWUdLc19wcU1iV2hzcTBFQkYxWG1PeGhobk1KMTNQaFl3QUpBdE4yMm9OUEdBOTFIMUhTcTVhUkZHbmpOMlZMWEhqUmpWVQ&amp;q=https%3A%2F%2Fwhimsical.com%2Fjava-backend-developer-roadmap-TjjeMawpcyfsnPnngcD7r8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sz="3600" b="1" dirty="0">
                <a:solidFill>
                  <a:srgbClr val="1E3A8A"/>
                </a:solidFill>
              </a:rPr>
            </a:br>
            <a:r>
              <a:rPr lang="en-US" sz="3600" b="1" dirty="0">
                <a:solidFill>
                  <a:srgbClr val="1E3A8A"/>
                </a:solidFill>
              </a:rPr>
              <a:t>🚀 From Java Learner to Interview-Ready and Expert Engineer</a:t>
            </a:r>
            <a:br>
              <a:rPr lang="en-US" sz="3600" dirty="0"/>
            </a:br>
            <a:endParaRPr sz="3400" b="1" dirty="0">
              <a:solidFill>
                <a:srgbClr val="1E3A8A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26751"/>
            <a:ext cx="8229600" cy="3999412"/>
          </a:xfrm>
        </p:spPr>
        <p:txBody>
          <a:bodyPr>
            <a:normAutofit/>
          </a:bodyPr>
          <a:lstStyle/>
          <a:p>
            <a:r>
              <a:rPr lang="en-US" sz="2400" b="1" dirty="0"/>
              <a:t>Learn → Explain → Crack Interviews</a:t>
            </a:r>
            <a:br>
              <a:rPr lang="en-US" sz="2400" dirty="0"/>
            </a:br>
            <a:r>
              <a:rPr lang="en-US" sz="2400" b="1" dirty="0"/>
              <a:t>Become a Confident Java Developer</a:t>
            </a:r>
          </a:p>
          <a:p>
            <a:endParaRPr lang="en-US" sz="2400" dirty="0"/>
          </a:p>
          <a:p>
            <a:r>
              <a:rPr lang="en-US" sz="2400" dirty="0"/>
              <a:t>Stop memorizing. Start using Java.</a:t>
            </a:r>
          </a:p>
          <a:p>
            <a:endParaRPr lang="en-US" sz="2400" dirty="0"/>
          </a:p>
          <a:p>
            <a:r>
              <a:rPr lang="en-US" sz="2400" dirty="0"/>
              <a:t>Online | Limited seats | Real-world focus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 dirty="0">
                <a:solidFill>
                  <a:srgbClr val="1E3A8A"/>
                </a:solidFill>
              </a:rPr>
              <a:t>Who Should Attend This Demo?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 Struggling with Java core concepts &amp; real-world usage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Confused interview preparation leading to failures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Lack of confidence explaining project design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400" b="1" dirty="0">
                <a:solidFill>
                  <a:srgbClr val="1E3A8A"/>
                </a:solidFill>
              </a:rPr>
              <a:t>Why Most Java Developers Fail Interviews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578813"/>
            <a:ext cx="8229600" cy="354735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  <a:defRPr sz="1800">
                <a:solidFill>
                  <a:srgbClr val="111827"/>
                </a:solidFill>
              </a:defRPr>
            </a:pPr>
            <a:r>
              <a:rPr lang="en-US" sz="2400" dirty="0">
                <a:highlight>
                  <a:srgbClr val="FFFF00"/>
                </a:highlight>
              </a:rPr>
              <a:t>No focus on important Java concepts</a:t>
            </a:r>
          </a:p>
          <a:p>
            <a:pPr>
              <a:buFont typeface="Wingdings" panose="05000000000000000000" pitchFamily="2" charset="2"/>
              <a:buChar char="Ø"/>
              <a:defRPr sz="1800">
                <a:solidFill>
                  <a:srgbClr val="111827"/>
                </a:solidFill>
              </a:defRPr>
            </a:pPr>
            <a:r>
              <a:rPr lang="en-US" sz="2400" dirty="0">
                <a:highlight>
                  <a:srgbClr val="FFFF00"/>
                </a:highlight>
              </a:rPr>
              <a:t>Lack of coding practice and real project understanding</a:t>
            </a:r>
          </a:p>
          <a:p>
            <a:pPr>
              <a:buFont typeface="Wingdings" panose="05000000000000000000" pitchFamily="2" charset="2"/>
              <a:buChar char="Ø"/>
              <a:defRPr sz="1800">
                <a:solidFill>
                  <a:srgbClr val="111827"/>
                </a:solidFill>
              </a:defRPr>
            </a:pPr>
            <a:r>
              <a:rPr lang="en-US" sz="2400" dirty="0">
                <a:highlight>
                  <a:srgbClr val="FFFF00"/>
                </a:highlight>
              </a:rPr>
              <a:t>Fear and low confidence during interviews</a:t>
            </a:r>
            <a:endParaRPr sz="2400" dirty="0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9C149-9B96-B945-5E21-757F21ADE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DC2E1-09E3-046A-C237-9F9A1C8C4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171665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What I am going to cover?</a:t>
            </a:r>
            <a:endParaRPr b="1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E3B59C-9802-6766-B8F1-74AB33EB4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2280863"/>
            <a:ext cx="7290055" cy="402849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3600" dirty="0"/>
              <a:t>Must-know concepts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600" dirty="0"/>
              <a:t>Top interview &amp; real-world questions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600" dirty="0"/>
              <a:t>Essential coding practice</a:t>
            </a:r>
          </a:p>
        </p:txBody>
      </p:sp>
    </p:spTree>
    <p:extLst>
      <p:ext uri="{BB962C8B-B14F-4D97-AF65-F5344CB8AC3E}">
        <p14:creationId xmlns:p14="http://schemas.microsoft.com/office/powerpoint/2010/main" val="19359067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171665"/>
          </a:xfrm>
        </p:spPr>
        <p:txBody>
          <a:bodyPr/>
          <a:lstStyle/>
          <a:p>
            <a:r>
              <a:rPr lang="en-IN" sz="36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What You’ll Learn??</a:t>
            </a:r>
            <a:endParaRPr sz="3400" b="1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096" y="1654139"/>
            <a:ext cx="7290055" cy="465522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400" dirty="0"/>
              <a:t>All must-know Java concepts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/>
              <a:t>Real-world project-based explanations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/>
              <a:t>ATS-friendly resume &amp; job guidance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🎯 Outcome: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/>
              <a:t>Crack Java interviews with confidence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/>
              <a:t>Work smoothly on real projects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B4FA1-2090-C6EB-7544-299C050F3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01888-ECF3-1B84-EDDB-D02754B50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171665"/>
          </a:xfrm>
        </p:spPr>
        <p:txBody>
          <a:bodyPr/>
          <a:lstStyle/>
          <a:p>
            <a:r>
              <a:rPr lang="en-IN" sz="36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MY Teaching Approach </a:t>
            </a:r>
            <a:endParaRPr sz="3400" b="1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EC9A27-0FEF-1702-78CC-8E0044AC9D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2291137"/>
            <a:ext cx="7841648" cy="401822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Clear explanation of each concept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Real coding examples with a demo project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Explanation of where and why the concept is used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Top interview, real-world, and practice questions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Complete materials with source code provided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0982479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246580"/>
            <a:ext cx="7290054" cy="1838252"/>
          </a:xfrm>
        </p:spPr>
        <p:txBody>
          <a:bodyPr>
            <a:noAutofit/>
          </a:bodyPr>
          <a:lstStyle/>
          <a:p>
            <a:r>
              <a:rPr lang="en-IN" sz="3200" b="1" dirty="0">
                <a:solidFill>
                  <a:srgbClr val="1E3A8A"/>
                </a:solidFill>
              </a:rPr>
              <a:t>Please access roadmap:</a:t>
            </a:r>
            <a:br>
              <a:rPr lang="en-IN" sz="3200" b="1" dirty="0">
                <a:solidFill>
                  <a:srgbClr val="1E3A8A"/>
                </a:solidFill>
              </a:rPr>
            </a:br>
            <a:r>
              <a:rPr lang="en-US" sz="3200" dirty="0">
                <a:hlinkClick r:id="rId3"/>
              </a:rPr>
              <a:t>https://whimsical.com/java-backend-developer-roadmap-TjjeMawpcyfsnPnngcD7r8</a:t>
            </a:r>
            <a:endParaRPr sz="3200" b="1" dirty="0">
              <a:solidFill>
                <a:srgbClr val="1E3A8A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8B517E7-0C8E-EE44-3CCD-2AB986FE17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8D3CFB0-682E-C3C4-1638-A5D51D46BC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51371" y="2156484"/>
            <a:ext cx="9144000" cy="470151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1E3A8A"/>
                </a:solidFill>
              </a:rPr>
              <a:t>Final Thought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111827"/>
                </a:solidFill>
              </a:defRPr>
            </a:pPr>
            <a:r>
              <a:t>Prepare alone OR prepare with clarity and confidence</a:t>
            </a:r>
          </a:p>
          <a:p>
            <a:pPr>
              <a:defRPr sz="1800">
                <a:solidFill>
                  <a:srgbClr val="111827"/>
                </a:solidFill>
              </a:defRPr>
            </a:pPr>
            <a:r>
              <a:t>Your growth. Your choice.</a:t>
            </a:r>
          </a:p>
          <a:p>
            <a:pPr>
              <a:defRPr sz="1800">
                <a:solidFill>
                  <a:srgbClr val="111827"/>
                </a:solidFill>
              </a:defRPr>
            </a:pPr>
            <a:r>
              <a:t>Thank you for attending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1527</TotalTime>
  <Words>289</Words>
  <Application>Microsoft Office PowerPoint</Application>
  <PresentationFormat>On-screen Show (4:3)</PresentationFormat>
  <Paragraphs>45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Tw Cen MT</vt:lpstr>
      <vt:lpstr>Tw Cen MT Condensed</vt:lpstr>
      <vt:lpstr>Wingdings</vt:lpstr>
      <vt:lpstr>Wingdings 3</vt:lpstr>
      <vt:lpstr>Integral</vt:lpstr>
      <vt:lpstr> 🚀 From Java Learner to Interview-Ready and Expert Engineer </vt:lpstr>
      <vt:lpstr>Who Should Attend This Demo?</vt:lpstr>
      <vt:lpstr>Why Most Java Developers Fail Interviews</vt:lpstr>
      <vt:lpstr>What I am going to cover?</vt:lpstr>
      <vt:lpstr>What You’ll Learn??</vt:lpstr>
      <vt:lpstr>MY Teaching Approach </vt:lpstr>
      <vt:lpstr>Please access roadmap: https://whimsical.com/java-backend-developer-roadmap-TjjeMawpcyfsnPnngcD7r8</vt:lpstr>
      <vt:lpstr>Final Thought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Narendra Sahoo</dc:creator>
  <cp:keywords/>
  <dc:description>generated using python-pptx</dc:description>
  <cp:lastModifiedBy>Narendra Sahoo</cp:lastModifiedBy>
  <cp:revision>12</cp:revision>
  <dcterms:created xsi:type="dcterms:W3CDTF">2013-01-27T09:14:16Z</dcterms:created>
  <dcterms:modified xsi:type="dcterms:W3CDTF">2026-02-12T14:04:33Z</dcterms:modified>
  <cp:category/>
</cp:coreProperties>
</file>