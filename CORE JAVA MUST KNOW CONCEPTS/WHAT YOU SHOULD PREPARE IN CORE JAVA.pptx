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C8E5-AF64-EA8C-E433-C590BE883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B4C4B-4DD7-1B74-110F-0A41C46FF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661AA-7307-E8FD-9435-7D6CC54B0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FE8C9-D0A2-2C23-FFC8-782614D8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48750-9D41-F873-04B4-0E9DE06D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365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34B9-ED6C-A8DE-9417-3237F11A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46A35-7A58-A6E7-3702-3291DF55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8B31-6DFE-3732-E29D-EDE38D9D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C8035-6E79-1873-C1C3-2F7110A2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6D526-320D-616C-052D-F5296EDF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46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25C0-6099-D93E-BDE5-8D0981358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E89F9-5AA3-BF2F-59A7-211D3BDE7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7ABB1-E941-CF18-ADD0-911DEBF38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5CDFB-BDC4-9FD5-4029-D5F4D110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38E86-F8EB-0B25-2EE1-3CE3DA0E9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637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10A3-B37A-35F3-CE16-879A7107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2280E-FD68-6DBF-DE0D-BED79578A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294D2-047F-5379-7A26-911C6A5E6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95DF5E-6452-7580-B4E2-4D7682EE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AEFB9-DBE3-FDC4-5BDB-5D85C01E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61425-B917-ED91-7A7F-2EDA06E5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10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CCA0D-6255-F187-7529-E539F70F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680BA-3B61-C10C-80EC-E3C7FB538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94AB5-A8A7-6A8A-5739-93DD4DA88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BC7382-4CD4-7CD8-2D9D-E0FBE6620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213311-EFCF-0205-F4E8-2CD858D0A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97E1C-097A-AAD3-63E2-C0D68BCE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9DEC2-B75A-D216-0765-8026BA100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125CB-9216-F74B-2606-A062E5764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17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4AA5-4B17-9D07-83C1-228DE28E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0078C-9BB0-25C2-9BA7-86223B1F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420C7-A16E-B84E-874A-F096DFB88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0E416-AA15-9DCE-5335-27791E9E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379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3864A-D463-297E-B31E-F041DC08D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47D38-0702-5D5C-E242-63A70408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37984-04ED-D031-C7FA-B83279C1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11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57ED6-CE56-34D8-376B-8EC4A9296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452B6-2768-3740-C8E7-FD0ECA6DE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F2B45-EA34-70B5-E5DA-19748B330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A66992-561B-5FBA-2CDF-34619FFFC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1A358-811C-A6D6-774B-506D3F62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C15FA-B1EE-30AF-48CC-66D40D422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77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D0D2-7CFB-7B76-6CA7-5EE67E0B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88C67-1FF6-B50E-66A9-090E4E8DD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F89CE-BCD5-F530-60BF-AA23EC99B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4F067-A5B8-00D2-2C9A-2BEC33DC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A9E4D-1B29-785B-468A-B699F2050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0B405-3082-F01F-A051-3D8F0045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94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F6E51-F0E6-75CA-FDDC-856DA1540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645AF-3C50-9039-6ABB-C05BC2D73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5CCF7-E73A-DDA1-5634-2CFAA218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044D2-649A-05B0-967B-59703D97D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1CB09-6B2C-83C1-5F0B-C4A25495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2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961C5-7A96-17B0-B782-DFEA26F3D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4D347-34F0-9B78-8491-065D780D6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A372A-D1A6-FAF6-02AE-4631C0890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3A35C-23F4-447B-FE64-25111A9B6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B6121-BBF2-14A5-9BA8-9521AADE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6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AF3D9-4732-5B1B-8DBC-9B54A57C0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AE810-FB4C-1CA5-D430-A627BE1F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1FFEC-78D7-3522-30B8-8B116908C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BEEF7-5A96-408A-9490-0C70CC8B0AE8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731F4-04F4-2901-A6E5-2463A0829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6F61E-366C-2AE5-45DD-2338A99FB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A3F55-0C6E-421C-8AE2-D07035BEF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573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799CB-B189-1E64-B575-F01116005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24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Narendra Sahoo</dc:creator>
  <cp:lastModifiedBy>Narendra Sahoo</cp:lastModifiedBy>
  <cp:revision>1</cp:revision>
  <dcterms:created xsi:type="dcterms:W3CDTF">2026-02-11T13:44:36Z</dcterms:created>
  <dcterms:modified xsi:type="dcterms:W3CDTF">2026-02-11T13:45:46Z</dcterms:modified>
</cp:coreProperties>
</file>