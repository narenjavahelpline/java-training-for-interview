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61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6EA4F-64A4-0E18-07E7-4D04522E3B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D519EE-CF59-4827-69B2-1548D401B2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0156F-82FC-8198-5474-381075B36D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2FDF3-B9D7-452D-16F4-9C9898A27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502A0A-1FCA-987A-785A-9D7ADA252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638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E9C26-1EE8-EEE7-21A8-105DD01905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1735F-B29E-03C2-99C1-1D7C55B03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40F98-3D05-8DBC-2212-87F25170F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7694C-1031-E0AD-E0F0-771F195329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91E956-21AC-3038-A2CF-B4E31DB7E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3720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EEF9E0-CBFC-C89F-EB87-9F5F274163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7D384F-19C9-0541-17C3-46654C62D3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BF329C-B4DA-23C9-6311-BE341DA295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95A7CF-D607-864D-596B-7632DDE66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057152-43B4-2C17-77F3-42A2D1A8C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5516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F0795-44DC-16DA-3C15-67228CA43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DDE27-EADC-6A10-5C13-83995CCD9B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CA104B-03BB-3DAE-5C51-8AE285FDC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89BAA-B249-29E3-1AE7-21DAC9ED3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BD4643-B8D5-EE8B-5ACE-FACB526E69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D7D62E-28F4-DA3E-1B89-B3AC7B62F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0346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F35DF-41E9-B604-2D7D-1FA5F40F0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07BBA8-5CE2-14AA-48BE-CCAE52328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A7BDBD-953F-BA28-0F63-9E2372D248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3E2307-DA2F-2807-EDA1-274DFC0B41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DCA803-0886-F9F6-DCE7-C0C8F74C64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A180AB-0A5B-1436-F250-2FC6C8C37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4AAF5E-B965-334E-5FFD-B69B22BD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C788AE-B669-D2F0-6639-03BFE641E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767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EEBB0-6544-9EE2-3087-3DA5404A2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F47373-A8E5-E5D5-2394-A02C1FC1E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2F4F58-1137-0B50-FD14-FC7321572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2C8FF8-5A33-FDBB-E4C8-120EA683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46808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7969CB-4003-0CD2-2A99-3C96B9D6B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8548D3-69F6-6821-60D4-71885CC2E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7B2E92-4F29-0335-6F79-6F0AB0FA0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25799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E6BEE-8025-41B6-8CA8-DB64747DA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EAC8F-3F36-1A0B-E3B2-1369BA2E40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1AE10-D62B-47FC-AF58-46BC11024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329C5A-3770-2D4F-4BE0-D61893323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E18927-F2D2-8A3F-ECC1-308FA6C32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3424EC-1445-8E9C-6641-230EE1AC8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77427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1C54D-CD09-80C4-85D2-ACE2D02B8D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A11DA6-55A1-9CA1-2F2F-B8113B5052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76E1771-4234-B8CF-C6BC-E4035A52DD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D0EF3E-2B54-E0D6-A266-C5090BCEE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257B4E-1C14-8D11-98B7-B6F308141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F6B241-5E69-797C-5301-8265C2B75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8422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CE64D-5EC4-C262-F701-70FCCEE523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59BFA-86F4-D990-06E3-8C2F46AE2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5E1674-6F42-77B8-24D0-3AD3B7AC8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B27FFB-4B39-8ACC-2C1A-3C2F169D0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04FE0-A4F8-D3FB-A7CC-9A30C253C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880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70AB787-37D9-C02E-52F9-A11EB9AA2D4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963B48-30EB-A11A-864C-91C69B5745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DEA8F9-BD18-2A29-544D-6FF2C76ED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E78BB3-B9A8-C842-0B23-1995A021B9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F41A17-AD91-2411-1D18-71BCB81FF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878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850933-E2CB-FAEA-E040-AD5277D7D9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15AD2D-C5D6-99AC-F7BE-1D38D94F45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728C04-AC66-7FD1-3AD7-06C8CC4DFF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69FAEA-CE92-4F12-B3C2-62E8646B0C06}" type="datetimeFigureOut">
              <a:rPr lang="en-IN" smtClean="0"/>
              <a:t>22-03-2026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9494C-84A9-F803-4F4A-174B4978B9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15077-8EC6-4552-08B3-36872C85C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99895A-74DB-4903-B4AE-64E26C6C8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7960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75EB1-23B3-6A16-19FF-84D0E89F6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Spring Boot CRUD Application</a:t>
            </a:r>
          </a:p>
        </p:txBody>
      </p:sp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F49AFF0D-CBFE-B2DA-B667-0A83F7235E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9830" y="2011680"/>
            <a:ext cx="5578309" cy="3316832"/>
          </a:xfr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A9D72C-B2E8-9BCD-6FB0-C6E546F7A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51957" y="5412520"/>
            <a:ext cx="1358970" cy="7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036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172CA-3695-FC9E-851C-F8B0E1F18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61423"/>
            <a:ext cx="11183754" cy="441554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73246F9-6F1A-2391-8AE8-35BDF5A3F030}"/>
              </a:ext>
            </a:extLst>
          </p:cNvPr>
          <p:cNvSpPr/>
          <p:nvPr/>
        </p:nvSpPr>
        <p:spPr>
          <a:xfrm>
            <a:off x="1477575" y="2949017"/>
            <a:ext cx="1491915" cy="2165684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Client</a:t>
            </a:r>
            <a:endParaRPr lang="en-IN" dirty="0"/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B03350A0-178E-F590-4568-49380DA77BE5}"/>
              </a:ext>
            </a:extLst>
          </p:cNvPr>
          <p:cNvSpPr/>
          <p:nvPr/>
        </p:nvSpPr>
        <p:spPr>
          <a:xfrm>
            <a:off x="2910228" y="3594625"/>
            <a:ext cx="548641" cy="201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A0F1CF-B49B-BB27-311D-4BF3E05A0ADE}"/>
              </a:ext>
            </a:extLst>
          </p:cNvPr>
          <p:cNvSpPr txBox="1"/>
          <p:nvPr/>
        </p:nvSpPr>
        <p:spPr>
          <a:xfrm>
            <a:off x="3537077" y="3549425"/>
            <a:ext cx="7962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HTTP POST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FB51A0DB-722F-5C4E-9B4D-AE958614E954}"/>
              </a:ext>
            </a:extLst>
          </p:cNvPr>
          <p:cNvSpPr/>
          <p:nvPr/>
        </p:nvSpPr>
        <p:spPr>
          <a:xfrm>
            <a:off x="2904414" y="3825127"/>
            <a:ext cx="548641" cy="201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C58297A-12C6-40E2-D4BA-C9DE21FD67D2}"/>
              </a:ext>
            </a:extLst>
          </p:cNvPr>
          <p:cNvSpPr/>
          <p:nvPr/>
        </p:nvSpPr>
        <p:spPr>
          <a:xfrm>
            <a:off x="2910227" y="4041068"/>
            <a:ext cx="548641" cy="201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3A37A10D-B58D-A1B9-1A79-FFFD663BCED8}"/>
              </a:ext>
            </a:extLst>
          </p:cNvPr>
          <p:cNvSpPr/>
          <p:nvPr/>
        </p:nvSpPr>
        <p:spPr>
          <a:xfrm>
            <a:off x="2896303" y="4255568"/>
            <a:ext cx="548641" cy="20137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638F17-4E8E-FBDE-C6B7-5FDE3F2A6910}"/>
              </a:ext>
            </a:extLst>
          </p:cNvPr>
          <p:cNvSpPr txBox="1"/>
          <p:nvPr/>
        </p:nvSpPr>
        <p:spPr>
          <a:xfrm>
            <a:off x="3521638" y="3763343"/>
            <a:ext cx="7962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HTTP GET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FBBDD12-DBEC-C129-0097-196BC80A34A3}"/>
              </a:ext>
            </a:extLst>
          </p:cNvPr>
          <p:cNvSpPr txBox="1"/>
          <p:nvPr/>
        </p:nvSpPr>
        <p:spPr>
          <a:xfrm>
            <a:off x="3514625" y="4005590"/>
            <a:ext cx="79628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HTTP  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FEABB42-CA31-D15A-4B27-119D156044B3}"/>
              </a:ext>
            </a:extLst>
          </p:cNvPr>
          <p:cNvSpPr txBox="1"/>
          <p:nvPr/>
        </p:nvSpPr>
        <p:spPr>
          <a:xfrm>
            <a:off x="3537076" y="4241217"/>
            <a:ext cx="92623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050" dirty="0"/>
              <a:t>HTTP DELETE</a:t>
            </a:r>
          </a:p>
        </p:txBody>
      </p:sp>
      <p:sp>
        <p:nvSpPr>
          <p:cNvPr id="19" name="Arrow: Left 18">
            <a:extLst>
              <a:ext uri="{FF2B5EF4-FFF2-40B4-BE49-F238E27FC236}">
                <a16:creationId xmlns:a16="http://schemas.microsoft.com/office/drawing/2014/main" id="{4B6D9E2F-99BD-B222-2031-5E2BBA212DF1}"/>
              </a:ext>
            </a:extLst>
          </p:cNvPr>
          <p:cNvSpPr/>
          <p:nvPr/>
        </p:nvSpPr>
        <p:spPr>
          <a:xfrm>
            <a:off x="4333366" y="3575694"/>
            <a:ext cx="460015" cy="1876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Arrow: Left 19">
            <a:extLst>
              <a:ext uri="{FF2B5EF4-FFF2-40B4-BE49-F238E27FC236}">
                <a16:creationId xmlns:a16="http://schemas.microsoft.com/office/drawing/2014/main" id="{6148A912-3762-A921-1151-6579B026181A}"/>
              </a:ext>
            </a:extLst>
          </p:cNvPr>
          <p:cNvSpPr/>
          <p:nvPr/>
        </p:nvSpPr>
        <p:spPr>
          <a:xfrm>
            <a:off x="4333366" y="3809966"/>
            <a:ext cx="460015" cy="1876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Arrow: Left 20">
            <a:extLst>
              <a:ext uri="{FF2B5EF4-FFF2-40B4-BE49-F238E27FC236}">
                <a16:creationId xmlns:a16="http://schemas.microsoft.com/office/drawing/2014/main" id="{7DE54E0B-3F5E-58B2-C1F5-AD266A2DB2BA}"/>
              </a:ext>
            </a:extLst>
          </p:cNvPr>
          <p:cNvSpPr/>
          <p:nvPr/>
        </p:nvSpPr>
        <p:spPr>
          <a:xfrm>
            <a:off x="4360840" y="4023744"/>
            <a:ext cx="460015" cy="1876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Arrow: Left 21">
            <a:extLst>
              <a:ext uri="{FF2B5EF4-FFF2-40B4-BE49-F238E27FC236}">
                <a16:creationId xmlns:a16="http://schemas.microsoft.com/office/drawing/2014/main" id="{48EE701D-0C1E-A75E-E2AA-359F5688BD15}"/>
              </a:ext>
            </a:extLst>
          </p:cNvPr>
          <p:cNvSpPr/>
          <p:nvPr/>
        </p:nvSpPr>
        <p:spPr>
          <a:xfrm>
            <a:off x="4364746" y="4274350"/>
            <a:ext cx="460015" cy="187649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Flowchart: Magnetic Disk 25">
            <a:extLst>
              <a:ext uri="{FF2B5EF4-FFF2-40B4-BE49-F238E27FC236}">
                <a16:creationId xmlns:a16="http://schemas.microsoft.com/office/drawing/2014/main" id="{264D27BF-9A01-A4DF-7A49-73A2D64368F0}"/>
              </a:ext>
            </a:extLst>
          </p:cNvPr>
          <p:cNvSpPr/>
          <p:nvPr/>
        </p:nvSpPr>
        <p:spPr>
          <a:xfrm>
            <a:off x="10521016" y="3205248"/>
            <a:ext cx="1540042" cy="1732548"/>
          </a:xfrm>
          <a:prstGeom prst="flowChartMagneticDisk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Database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AD628B8-4658-64BD-BD99-76E8A569F31A}"/>
              </a:ext>
            </a:extLst>
          </p:cNvPr>
          <p:cNvSpPr/>
          <p:nvPr/>
        </p:nvSpPr>
        <p:spPr>
          <a:xfrm>
            <a:off x="4793380" y="2762450"/>
            <a:ext cx="4722593" cy="2829827"/>
          </a:xfrm>
          <a:prstGeom prst="round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BAECBE2-7EFF-0D86-DDD2-E2518C592DF6}"/>
              </a:ext>
            </a:extLst>
          </p:cNvPr>
          <p:cNvSpPr/>
          <p:nvPr/>
        </p:nvSpPr>
        <p:spPr>
          <a:xfrm>
            <a:off x="4996360" y="3088918"/>
            <a:ext cx="1200255" cy="205730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Controller 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E52CBEF-F312-7C0C-42B8-12E12FF8DF62}"/>
              </a:ext>
            </a:extLst>
          </p:cNvPr>
          <p:cNvSpPr/>
          <p:nvPr/>
        </p:nvSpPr>
        <p:spPr>
          <a:xfrm>
            <a:off x="8148434" y="3103898"/>
            <a:ext cx="1200254" cy="2057300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Repository 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0D1EA40-8467-AD62-EE62-4FC33BACC8F9}"/>
              </a:ext>
            </a:extLst>
          </p:cNvPr>
          <p:cNvCxnSpPr>
            <a:cxnSpLocks/>
          </p:cNvCxnSpPr>
          <p:nvPr/>
        </p:nvCxnSpPr>
        <p:spPr>
          <a:xfrm>
            <a:off x="6196615" y="4117568"/>
            <a:ext cx="38239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2BCF0995-2AC1-FCB4-8854-A39E224D8915}"/>
              </a:ext>
            </a:extLst>
          </p:cNvPr>
          <p:cNvSpPr/>
          <p:nvPr/>
        </p:nvSpPr>
        <p:spPr>
          <a:xfrm>
            <a:off x="6618113" y="3103898"/>
            <a:ext cx="1200255" cy="20573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Service 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08D4D4-E985-A59E-EC9E-3AD0DF33DFD3}"/>
              </a:ext>
            </a:extLst>
          </p:cNvPr>
          <p:cNvCxnSpPr>
            <a:cxnSpLocks/>
          </p:cNvCxnSpPr>
          <p:nvPr/>
        </p:nvCxnSpPr>
        <p:spPr>
          <a:xfrm>
            <a:off x="7818368" y="4100023"/>
            <a:ext cx="382394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FB26A5F-11DE-A3C8-4BDD-CB2E83774FE3}"/>
              </a:ext>
            </a:extLst>
          </p:cNvPr>
          <p:cNvCxnSpPr>
            <a:cxnSpLocks/>
            <a:stCxn id="30" idx="3"/>
          </p:cNvCxnSpPr>
          <p:nvPr/>
        </p:nvCxnSpPr>
        <p:spPr>
          <a:xfrm>
            <a:off x="9348688" y="4132548"/>
            <a:ext cx="1172328" cy="920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4" name="Picture 33">
            <a:extLst>
              <a:ext uri="{FF2B5EF4-FFF2-40B4-BE49-F238E27FC236}">
                <a16:creationId xmlns:a16="http://schemas.microsoft.com/office/drawing/2014/main" id="{119AF956-8F3B-9DDD-5561-E0E82F8A5E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3030" y="0"/>
            <a:ext cx="1358970" cy="74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869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C84CC-BC7E-F881-DC58-96DBD5CD72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FE893F-DAB5-C05C-EA55-1CDC789BCC8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19DE33-EF77-549B-E21B-E2A0B5999A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7680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1642</TotalTime>
  <Words>17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Spring Boot CRUD Application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Alisha Sahoo</dc:creator>
  <cp:lastModifiedBy>Narendra Sahoo</cp:lastModifiedBy>
  <cp:revision>9</cp:revision>
  <dcterms:created xsi:type="dcterms:W3CDTF">2023-04-30T03:06:11Z</dcterms:created>
  <dcterms:modified xsi:type="dcterms:W3CDTF">2026-03-22T13:15:23Z</dcterms:modified>
</cp:coreProperties>
</file>