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FF00"/>
                </a:solidFill>
              </a:rPr>
              <a:t>Stop Learning Spring Boot 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Do This Instead 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FF00"/>
                </a:solidFill>
              </a:rPr>
              <a:t>The Problem 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Too many tutorials</a:t>
            </a:r>
          </a:p>
          <a:p>
            <a:r>
              <a:rPr sz="2400">
                <a:solidFill>
                  <a:srgbClr val="FFFFFF"/>
                </a:solidFill>
              </a:rPr>
              <a:t>Copy-paste coding</a:t>
            </a:r>
          </a:p>
          <a:p>
            <a:r>
              <a:rPr sz="2400">
                <a:solidFill>
                  <a:srgbClr val="FFFFFF"/>
                </a:solidFill>
              </a:rPr>
              <a:t>No confidence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FF00"/>
                </a:solidFill>
              </a:rPr>
              <a:t>Reality Check 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Watched many videos</a:t>
            </a:r>
          </a:p>
          <a:p>
            <a:r>
              <a:rPr sz="2400">
                <a:solidFill>
                  <a:srgbClr val="FFFFFF"/>
                </a:solidFill>
              </a:rPr>
              <a:t>Built CRUD apps</a:t>
            </a:r>
          </a:p>
          <a:p>
            <a:r>
              <a:rPr sz="2400">
                <a:solidFill>
                  <a:srgbClr val="FFFFFF"/>
                </a:solidFill>
              </a:rPr>
              <a:t>Still stuck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FF00"/>
                </a:solidFill>
              </a:rPr>
              <a:t>Mistake #1 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Tutorial Hell</a:t>
            </a:r>
          </a:p>
          <a:p>
            <a:r>
              <a:rPr sz="2400">
                <a:solidFill>
                  <a:srgbClr val="FFFFFF"/>
                </a:solidFill>
              </a:rPr>
              <a:t>Passive learning</a:t>
            </a:r>
          </a:p>
          <a:p>
            <a:r>
              <a:rPr sz="2400">
                <a:solidFill>
                  <a:srgbClr val="FFFFFF"/>
                </a:solidFill>
              </a:rPr>
              <a:t>No growth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FF00"/>
                </a:solidFill>
              </a:rPr>
              <a:t>Mistake #2 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Copy paste coding</a:t>
            </a:r>
          </a:p>
          <a:p>
            <a:r>
              <a:rPr sz="2400">
                <a:solidFill>
                  <a:srgbClr val="FFFFFF"/>
                </a:solidFill>
              </a:rPr>
              <a:t>No WHY understanding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FF00"/>
                </a:solidFill>
              </a:rPr>
              <a:t>Mistake #3 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Only CRUD apps</a:t>
            </a:r>
          </a:p>
          <a:p>
            <a:r>
              <a:rPr sz="2400">
                <a:solidFill>
                  <a:srgbClr val="FFFFFF"/>
                </a:solidFill>
              </a:rPr>
              <a:t>No real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FF00"/>
                </a:solidFill>
              </a:rPr>
              <a:t>Truth Bomb 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Companies hire problem solvers</a:t>
            </a:r>
          </a:p>
          <a:p>
            <a:r>
              <a:rPr sz="2400">
                <a:solidFill>
                  <a:srgbClr val="FFFFFF"/>
                </a:solidFill>
              </a:rPr>
              <a:t>Not tutorial watchers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FF00"/>
                </a:solidFill>
              </a:rPr>
              <a:t>Right Way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Learn core concepts</a:t>
            </a:r>
          </a:p>
          <a:p>
            <a:r>
              <a:rPr sz="2400">
                <a:solidFill>
                  <a:srgbClr val="FFFFFF"/>
                </a:solidFill>
              </a:rPr>
              <a:t>DI, Beans, Auto Config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FF00"/>
                </a:solidFill>
              </a:rPr>
              <a:t>Build Alone 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Watch once</a:t>
            </a:r>
          </a:p>
          <a:p>
            <a:r>
              <a:rPr sz="2400">
                <a:solidFill>
                  <a:srgbClr val="FFFFFF"/>
                </a:solidFill>
              </a:rPr>
              <a:t>Build without tutorial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FF00"/>
                </a:solidFill>
              </a:rPr>
              <a:t>Upgrade Projects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JWT Auth</a:t>
            </a:r>
          </a:p>
          <a:p>
            <a:r>
              <a:rPr sz="2400">
                <a:solidFill>
                  <a:srgbClr val="FFFFFF"/>
                </a:solidFill>
              </a:rPr>
              <a:t>Role access</a:t>
            </a:r>
          </a:p>
          <a:p>
            <a:r>
              <a:rPr sz="2400">
                <a:solidFill>
                  <a:srgbClr val="FFFFFF"/>
                </a:solidFill>
              </a:rPr>
              <a:t>Logging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FF00"/>
                </a:solidFill>
              </a:rPr>
              <a:t>Real vs Fake ⚔️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Fake = watching</a:t>
            </a:r>
          </a:p>
          <a:p>
            <a:r>
              <a:rPr sz="2400">
                <a:solidFill>
                  <a:srgbClr val="FFFFFF"/>
                </a:solidFill>
              </a:rPr>
              <a:t>Real = building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FF00"/>
                </a:solidFill>
              </a:rPr>
              <a:t>Action Plan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Pick one project</a:t>
            </a:r>
          </a:p>
          <a:p>
            <a:r>
              <a:rPr sz="2400">
                <a:solidFill>
                  <a:srgbClr val="FFFFFF"/>
                </a:solidFill>
              </a:rPr>
              <a:t>Build from scratch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FF00"/>
                </a:solidFill>
              </a:rPr>
              <a:t>Final Message 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Stop consuming</a:t>
            </a:r>
          </a:p>
          <a:p>
            <a:r>
              <a:rPr sz="2400">
                <a:solidFill>
                  <a:srgbClr val="FFFFFF"/>
                </a:solidFill>
              </a:rPr>
              <a:t>Start building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800" b="1">
                <a:solidFill>
                  <a:srgbClr val="FFFF00"/>
                </a:solidFill>
              </a:rPr>
              <a:t>Thank You!!!</a:t>
            </a:r>
            <a:endParaRPr sz="3800" b="1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Naren Java Helpline</a:t>
            </a:r>
          </a:p>
          <a:p>
            <a:r>
              <a:rPr sz="2400">
                <a:solidFill>
                  <a:srgbClr val="FFFFFF"/>
                </a:solidFill>
              </a:rPr>
              <a:t>Subscribe for real skills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134</Words>
  <Application>Microsoft Office PowerPoint</Application>
  <PresentationFormat>On-screen Show (4:3)</PresentationFormat>
  <Paragraphs>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Stop Learning Spring Boot ❌</vt:lpstr>
      <vt:lpstr>The Problem 🤯</vt:lpstr>
      <vt:lpstr>Reality Check 💥</vt:lpstr>
      <vt:lpstr>Mistake #1 ❌</vt:lpstr>
      <vt:lpstr>Mistake #2 ❌</vt:lpstr>
      <vt:lpstr>Mistake #3 ❌</vt:lpstr>
      <vt:lpstr>Truth Bomb 💣</vt:lpstr>
      <vt:lpstr>Right Way ✅</vt:lpstr>
      <vt:lpstr>Build Alone 🔥</vt:lpstr>
      <vt:lpstr>Upgrade Projects 🚀</vt:lpstr>
      <vt:lpstr>Real vs Fake ⚔️</vt:lpstr>
      <vt:lpstr>Action Plan 🎯</vt:lpstr>
      <vt:lpstr>Final Message 🔥</vt:lpstr>
      <vt:lpstr>Thank You!!!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Narendra Sahoo</cp:lastModifiedBy>
  <cp:revision>2</cp:revision>
  <dcterms:created xsi:type="dcterms:W3CDTF">2013-01-27T09:14:16Z</dcterms:created>
  <dcterms:modified xsi:type="dcterms:W3CDTF">2026-04-17T10:07:12Z</dcterms:modified>
  <cp:category/>
</cp:coreProperties>
</file>