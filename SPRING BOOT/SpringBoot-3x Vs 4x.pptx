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00"/>
                </a:solidFill>
              </a:rPr>
              <a:t>Spring Boot 3 vs 4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What Developers MUST Know 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00"/>
                </a:solidFill>
              </a:rPr>
              <a:t>The Reality 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Everyone talking about Spring Boot 4</a:t>
            </a:r>
          </a:p>
          <a:p>
            <a:r>
              <a:rPr sz="2400">
                <a:solidFill>
                  <a:srgbClr val="FFFFFF"/>
                </a:solidFill>
              </a:rPr>
              <a:t>But most devs still struggle with Spring Boot 3</a:t>
            </a:r>
          </a:p>
          <a:p>
            <a:r>
              <a:rPr sz="2400">
                <a:solidFill>
                  <a:srgbClr val="FFFFFF"/>
                </a:solidFill>
              </a:rPr>
              <a:t>This confusion kills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00"/>
                </a:solidFill>
              </a:rPr>
              <a:t>Spring Boot 3 (TODAY)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Java 17+ mandatory</a:t>
            </a:r>
          </a:p>
          <a:p>
            <a:r>
              <a:rPr sz="2400">
                <a:solidFill>
                  <a:srgbClr val="FFFFFF"/>
                </a:solidFill>
              </a:rPr>
              <a:t>Jakarta EE migration</a:t>
            </a:r>
          </a:p>
          <a:p>
            <a:r>
              <a:rPr sz="2400">
                <a:solidFill>
                  <a:srgbClr val="FFFFFF"/>
                </a:solidFill>
              </a:rPr>
              <a:t>Used in REAL production</a:t>
            </a:r>
          </a:p>
          <a:p>
            <a:r>
              <a:rPr sz="2400">
                <a:solidFill>
                  <a:srgbClr val="FFFFFF"/>
                </a:solidFill>
              </a:rPr>
              <a:t>Microservices 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00"/>
                </a:solidFill>
              </a:rPr>
              <a:t>Spring Boot 4 (FUTURE)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Not fully released</a:t>
            </a:r>
          </a:p>
          <a:p>
            <a:r>
              <a:rPr sz="2400">
                <a:solidFill>
                  <a:srgbClr val="FFFFFF"/>
                </a:solidFill>
              </a:rPr>
              <a:t>Native-first approach</a:t>
            </a:r>
          </a:p>
          <a:p>
            <a:r>
              <a:rPr sz="2400">
                <a:solidFill>
                  <a:srgbClr val="FFFFFF"/>
                </a:solidFill>
              </a:rPr>
              <a:t>Better performance expected</a:t>
            </a:r>
          </a:p>
          <a:p>
            <a:r>
              <a:rPr sz="2400">
                <a:solidFill>
                  <a:srgbClr val="FFFFFF"/>
                </a:solidFill>
              </a:rPr>
              <a:t>Java 21+ likely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00"/>
                </a:solidFill>
              </a:rPr>
              <a:t>3 vs 4 ⚔️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3 = Stable + Job ready</a:t>
            </a:r>
          </a:p>
          <a:p>
            <a:r>
              <a:rPr sz="2400">
                <a:solidFill>
                  <a:srgbClr val="FFFFFF"/>
                </a:solidFill>
              </a:rPr>
              <a:t>4 = Future + evolving</a:t>
            </a:r>
          </a:p>
          <a:p>
            <a:r>
              <a:rPr sz="2400">
                <a:solidFill>
                  <a:srgbClr val="FFFFFF"/>
                </a:solidFill>
              </a:rPr>
              <a:t>Choose wisely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00"/>
                </a:solidFill>
              </a:rPr>
              <a:t>Truth Bomb 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Companies still using Spring Boot 3</a:t>
            </a:r>
          </a:p>
          <a:p>
            <a:r>
              <a:rPr sz="2400">
                <a:solidFill>
                  <a:srgbClr val="FFFFFF"/>
                </a:solidFill>
              </a:rPr>
              <a:t>Skipping 3 = struggle in 4</a:t>
            </a:r>
          </a:p>
          <a:p>
            <a:r>
              <a:rPr sz="2400">
                <a:solidFill>
                  <a:srgbClr val="FFFFFF"/>
                </a:solidFill>
              </a:rPr>
              <a:t>Focus on fundamentals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00"/>
                </a:solidFill>
              </a:rPr>
              <a:t>Action Plan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Master Spring Boot 3</a:t>
            </a:r>
          </a:p>
          <a:p>
            <a:r>
              <a:rPr sz="2400">
                <a:solidFill>
                  <a:srgbClr val="FFFFFF"/>
                </a:solidFill>
              </a:rPr>
              <a:t>Build real projects</a:t>
            </a:r>
          </a:p>
          <a:p>
            <a:r>
              <a:rPr sz="2400">
                <a:solidFill>
                  <a:srgbClr val="FFFFFF"/>
                </a:solidFill>
              </a:rPr>
              <a:t>Learn microservices</a:t>
            </a:r>
          </a:p>
          <a:p>
            <a:r>
              <a:rPr sz="2400">
                <a:solidFill>
                  <a:srgbClr val="FFFFFF"/>
                </a:solidFill>
              </a:rPr>
              <a:t>Crack interviews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FFFF00"/>
                </a:solidFill>
              </a:rPr>
              <a:t>Follow 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Naren Java Helpline</a:t>
            </a:r>
          </a:p>
          <a:p>
            <a:r>
              <a:rPr sz="2400">
                <a:solidFill>
                  <a:srgbClr val="FFFFFF"/>
                </a:solidFill>
              </a:rPr>
              <a:t>Subscribe for real backend skills</a:t>
            </a:r>
          </a:p>
          <a:p>
            <a:r>
              <a:rPr sz="2400">
                <a:solidFill>
                  <a:srgbClr val="FFFFFF"/>
                </a:solidFill>
              </a:rPr>
              <a:t>Don't follow hype — follow reality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Spring Boot 3 vs 4 🚀</vt:lpstr>
      <vt:lpstr>The Reality 🤯</vt:lpstr>
      <vt:lpstr>Spring Boot 3 (TODAY)</vt:lpstr>
      <vt:lpstr>Spring Boot 4 (FUTURE)</vt:lpstr>
      <vt:lpstr>3 vs 4 ⚔️</vt:lpstr>
      <vt:lpstr>Truth Bomb 💥</vt:lpstr>
      <vt:lpstr>Action Plan 🎯</vt:lpstr>
      <vt:lpstr>Follow 🔥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1</cp:revision>
  <dcterms:created xsi:type="dcterms:W3CDTF">2013-01-27T09:14:16Z</dcterms:created>
  <dcterms:modified xsi:type="dcterms:W3CDTF">2026-04-17T10:09:51Z</dcterms:modified>
  <cp:category/>
</cp:coreProperties>
</file>