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1" r:id="rId6"/>
    <p:sldId id="276" r:id="rId7"/>
    <p:sldId id="280" r:id="rId8"/>
    <p:sldId id="278" r:id="rId9"/>
    <p:sldId id="279" r:id="rId10"/>
    <p:sldId id="281" r:id="rId11"/>
    <p:sldId id="282" r:id="rId12"/>
    <p:sldId id="283" r:id="rId13"/>
    <p:sldId id="284" r:id="rId14"/>
    <p:sldId id="285" r:id="rId15"/>
    <p:sldId id="286" r:id="rId16"/>
    <p:sldId id="262" r:id="rId17"/>
    <p:sldId id="272" r:id="rId18"/>
    <p:sldId id="273" r:id="rId19"/>
    <p:sldId id="274" r:id="rId20"/>
    <p:sldId id="275" r:id="rId21"/>
    <p:sldId id="266" r:id="rId22"/>
    <p:sldId id="267" r:id="rId23"/>
    <p:sldId id="268" r:id="rId24"/>
    <p:sldId id="26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FFCC00"/>
                </a:solidFill>
              </a:rPr>
              <a:t>JWT Authentication 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Spring Boot Complete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FFCC00"/>
                </a:solidFill>
              </a:rPr>
              <a:t>The Problem 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Copy-paste JWT</a:t>
            </a:r>
          </a:p>
          <a:p>
            <a:r>
              <a:rPr sz="2400">
                <a:solidFill>
                  <a:srgbClr val="FFFFFF"/>
                </a:solidFill>
              </a:rPr>
              <a:t>No understanding</a:t>
            </a:r>
          </a:p>
          <a:p>
            <a:r>
              <a:rPr sz="2400">
                <a:solidFill>
                  <a:srgbClr val="FFFFFF"/>
                </a:solidFill>
              </a:rPr>
              <a:t>Fail in interviews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FFCC00"/>
                </a:solidFill>
              </a:rPr>
              <a:t>What is JWT? 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JSON Web Token</a:t>
            </a:r>
          </a:p>
          <a:p>
            <a:r>
              <a:rPr sz="2400">
                <a:solidFill>
                  <a:srgbClr val="FFFFFF"/>
                </a:solidFill>
              </a:rPr>
              <a:t>Stateless authentication</a:t>
            </a:r>
          </a:p>
          <a:p>
            <a:r>
              <a:rPr sz="2400">
                <a:solidFill>
                  <a:srgbClr val="FFFFFF"/>
                </a:solidFill>
              </a:rPr>
              <a:t>No session storage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FFCC00"/>
                </a:solidFill>
              </a:rPr>
              <a:t>JWT Structure ⚙️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Header</a:t>
            </a:r>
          </a:p>
          <a:p>
            <a:r>
              <a:rPr sz="2400">
                <a:solidFill>
                  <a:srgbClr val="FFFFFF"/>
                </a:solidFill>
              </a:rPr>
              <a:t>Payload</a:t>
            </a:r>
          </a:p>
          <a:p>
            <a:r>
              <a:rPr sz="2400">
                <a:solidFill>
                  <a:srgbClr val="FFFFFF"/>
                </a:solidFill>
              </a:rPr>
              <a:t>Signature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640B6C2-4990-385E-F6F8-0ECE27336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675A44-AACE-15E1-B88A-C90601F01B1B}"/>
              </a:ext>
            </a:extLst>
          </p:cNvPr>
          <p:cNvSpPr txBox="1"/>
          <p:nvPr/>
        </p:nvSpPr>
        <p:spPr>
          <a:xfrm>
            <a:off x="1125021" y="381269"/>
            <a:ext cx="46747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CC00"/>
                </a:solidFill>
              </a:rPr>
              <a:t>JWT Flow 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C02832-13D1-3F3A-39B1-161D56EB0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995" y="2424701"/>
            <a:ext cx="5318301" cy="40520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53D84-B93A-34C7-128F-E82928543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7B5D4530-8FB0-62B1-5AD8-4A3C43735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50D00F-691C-CB60-78FA-0136B62CF9DD}"/>
              </a:ext>
            </a:extLst>
          </p:cNvPr>
          <p:cNvSpPr txBox="1"/>
          <p:nvPr/>
        </p:nvSpPr>
        <p:spPr>
          <a:xfrm>
            <a:off x="1125021" y="381269"/>
            <a:ext cx="46747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CC00"/>
                </a:solidFill>
              </a:rPr>
              <a:t>JWT Flow </a:t>
            </a:r>
            <a:endParaRPr lang="en-IN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FE3CF7-CE81-A352-036F-35C21EE36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995" y="3287729"/>
            <a:ext cx="5318301" cy="318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410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BB95E-D885-6085-CA27-E256687FB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E397D5AD-694B-DA44-2EEE-14FBB6431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345B1F-76F1-FE6D-1F4B-34196B49D500}"/>
              </a:ext>
            </a:extLst>
          </p:cNvPr>
          <p:cNvSpPr txBox="1"/>
          <p:nvPr/>
        </p:nvSpPr>
        <p:spPr>
          <a:xfrm>
            <a:off x="1125021" y="381269"/>
            <a:ext cx="46747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CC00"/>
                </a:solidFill>
              </a:rPr>
              <a:t>JWT Flow </a:t>
            </a:r>
            <a:endParaRPr lang="en-IN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A3E401-F621-6D3D-992D-57AC2E3C7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995" y="4335694"/>
            <a:ext cx="5318301" cy="2260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986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EE523-3B11-1A57-77AD-21E9DF297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A445FA1-460D-438D-9F6B-67D1F2EFE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252789-68DB-2AAD-9387-E52CD6E7F31C}"/>
              </a:ext>
            </a:extLst>
          </p:cNvPr>
          <p:cNvSpPr txBox="1"/>
          <p:nvPr/>
        </p:nvSpPr>
        <p:spPr>
          <a:xfrm>
            <a:off x="1125021" y="381269"/>
            <a:ext cx="46747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CC00"/>
                </a:solidFill>
              </a:rPr>
              <a:t>JWT Flow </a:t>
            </a:r>
            <a:endParaRPr lang="en-IN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83E286-42B4-80C0-744C-416E192C8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9366" y="5582879"/>
            <a:ext cx="5318301" cy="102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390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47970-E9F6-45E5-30B5-43920882A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687DBB8-49B8-DFA1-83A5-E6DA7E639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D28936-2D68-7F1A-F1F0-F61F13ECB0C0}"/>
              </a:ext>
            </a:extLst>
          </p:cNvPr>
          <p:cNvSpPr txBox="1"/>
          <p:nvPr/>
        </p:nvSpPr>
        <p:spPr>
          <a:xfrm>
            <a:off x="1125021" y="381269"/>
            <a:ext cx="46747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CC00"/>
                </a:solidFill>
              </a:rPr>
              <a:t>JWT Flow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76044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58AF4-A47A-08F8-4A18-D6F9DEF8D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96DE76-C82A-6E3C-1644-0A934A166A5E}"/>
              </a:ext>
            </a:extLst>
          </p:cNvPr>
          <p:cNvSpPr txBox="1"/>
          <p:nvPr/>
        </p:nvSpPr>
        <p:spPr>
          <a:xfrm>
            <a:off x="1125021" y="381269"/>
            <a:ext cx="46747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CC00"/>
                </a:solidFill>
              </a:rPr>
              <a:t>JWT Flow 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4E5CED-57EE-DA8F-139D-79E4C2733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627C3E-E5A0-93F3-F01D-564E5DEFF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995" y="2167847"/>
            <a:ext cx="4897061" cy="4308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533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DFFCD-1174-BC3D-6261-B2142B191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44E5CE-AD32-2C80-44FD-DE405E2A5993}"/>
              </a:ext>
            </a:extLst>
          </p:cNvPr>
          <p:cNvSpPr txBox="1"/>
          <p:nvPr/>
        </p:nvSpPr>
        <p:spPr>
          <a:xfrm>
            <a:off x="1125021" y="381269"/>
            <a:ext cx="46747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CC00"/>
                </a:solidFill>
              </a:rPr>
              <a:t>JWT Flow 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B28D0C-F285-A79A-5DEC-EF8DA2719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878B47C-A84D-BDAC-51FA-9498E229F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995" y="3061699"/>
            <a:ext cx="4897061" cy="3415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50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3BCCA-1456-5514-7139-1EFCE49D6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D2EAEE-E384-A343-E0A0-876A5F181A43}"/>
              </a:ext>
            </a:extLst>
          </p:cNvPr>
          <p:cNvSpPr txBox="1"/>
          <p:nvPr/>
        </p:nvSpPr>
        <p:spPr>
          <a:xfrm>
            <a:off x="1125021" y="381269"/>
            <a:ext cx="46747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CC00"/>
                </a:solidFill>
              </a:rPr>
              <a:t>JWT Flow 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A5B1A6-5D7F-F325-9735-8B5710B27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EDEF66F-30A1-BE40-AE84-415CA4FDE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995" y="3893906"/>
            <a:ext cx="4897061" cy="258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719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9E1E5-4845-A83C-0039-D93440134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C7D8AB-600C-F927-A550-2889F0BE2D5D}"/>
              </a:ext>
            </a:extLst>
          </p:cNvPr>
          <p:cNvSpPr txBox="1"/>
          <p:nvPr/>
        </p:nvSpPr>
        <p:spPr>
          <a:xfrm>
            <a:off x="1125021" y="381269"/>
            <a:ext cx="46747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CC00"/>
                </a:solidFill>
              </a:rPr>
              <a:t>JWT Flow 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1861EB-B20B-0353-FB53-62F1DC4C1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22B20C9-63EF-F847-71F7-CFE09BF84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995" y="4695290"/>
            <a:ext cx="4897061" cy="178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161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179BC-3A33-5C45-643B-A1BBAB5DE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C7A6C9-EAA7-33EF-2B3D-EB5FD895671E}"/>
              </a:ext>
            </a:extLst>
          </p:cNvPr>
          <p:cNvSpPr txBox="1"/>
          <p:nvPr/>
        </p:nvSpPr>
        <p:spPr>
          <a:xfrm>
            <a:off x="1125021" y="381269"/>
            <a:ext cx="46747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CC00"/>
                </a:solidFill>
              </a:rPr>
              <a:t>JWT Flow 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E423B5-9247-3D0D-0E93-9D40F406C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0D05C00-FADF-02F2-1056-2A8EED75D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995" y="5537770"/>
            <a:ext cx="4897061" cy="93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842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E9C4B-DE03-B6A4-8829-D9762687F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91EE5A-58A8-8976-A72D-20988BE74836}"/>
              </a:ext>
            </a:extLst>
          </p:cNvPr>
          <p:cNvSpPr txBox="1"/>
          <p:nvPr/>
        </p:nvSpPr>
        <p:spPr>
          <a:xfrm>
            <a:off x="1125021" y="381269"/>
            <a:ext cx="46747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CC00"/>
                </a:solidFill>
              </a:rPr>
              <a:t>JWT Flow 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B1729C-DB5C-0A92-A977-045299C91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18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 dirty="0">
                <a:solidFill>
                  <a:srgbClr val="FFCC00"/>
                </a:solidFill>
              </a:rPr>
              <a:t>Spring Boot </a:t>
            </a:r>
            <a:r>
              <a:rPr lang="en-IN" sz="3800" b="1" dirty="0">
                <a:solidFill>
                  <a:srgbClr val="FFCC00"/>
                </a:solidFill>
              </a:rPr>
              <a:t>Implementation </a:t>
            </a:r>
            <a:r>
              <a:rPr sz="3800" b="1" dirty="0">
                <a:solidFill>
                  <a:srgbClr val="FFCC00"/>
                </a:solidFill>
              </a:rPr>
              <a:t>Flow 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dirty="0">
                <a:solidFill>
                  <a:schemeClr val="bg1"/>
                </a:solidFill>
              </a:rPr>
              <a:t>✅ Step 1: Add Dependencies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DE25E5-C488-0AD4-C38F-CC54BFB4C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C660A-AEC6-F48A-8E35-27D6FB52F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 dirty="0">
                <a:solidFill>
                  <a:srgbClr val="FFCC00"/>
                </a:solidFill>
              </a:rPr>
              <a:t>Spring Boot </a:t>
            </a:r>
            <a:r>
              <a:rPr lang="en-IN" sz="3800" b="1" dirty="0">
                <a:solidFill>
                  <a:srgbClr val="FFCC00"/>
                </a:solidFill>
              </a:rPr>
              <a:t>Implementation </a:t>
            </a:r>
            <a:r>
              <a:rPr sz="3800" b="1" dirty="0">
                <a:solidFill>
                  <a:srgbClr val="FFCC00"/>
                </a:solidFill>
              </a:rPr>
              <a:t>Flow 🔥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D2FDB-1205-B792-C931-7D52A4078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dirty="0">
                <a:solidFill>
                  <a:schemeClr val="bg1"/>
                </a:solidFill>
              </a:rPr>
              <a:t>✅ Step 1: Add Dependencies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✅ Step 2: Create JWT Utility Class</a:t>
            </a:r>
          </a:p>
        </p:txBody>
      </p:sp>
    </p:spTree>
    <p:extLst>
      <p:ext uri="{BB962C8B-B14F-4D97-AF65-F5344CB8AC3E}">
        <p14:creationId xmlns:p14="http://schemas.microsoft.com/office/powerpoint/2010/main" val="3962718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C726FC-ADD1-02D9-9773-666907247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42F17-9E9C-E2F9-6D8B-25CC9FF20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 dirty="0">
                <a:solidFill>
                  <a:srgbClr val="FFCC00"/>
                </a:solidFill>
              </a:rPr>
              <a:t>Spring Boot </a:t>
            </a:r>
            <a:r>
              <a:rPr lang="en-IN" sz="3800" b="1" dirty="0">
                <a:solidFill>
                  <a:srgbClr val="FFCC00"/>
                </a:solidFill>
              </a:rPr>
              <a:t>Implementation </a:t>
            </a:r>
            <a:r>
              <a:rPr sz="3800" b="1" dirty="0">
                <a:solidFill>
                  <a:srgbClr val="FFCC00"/>
                </a:solidFill>
              </a:rPr>
              <a:t>Flow 🔥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EEE20-032B-8C9F-7E29-66C475D5F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dirty="0">
                <a:solidFill>
                  <a:schemeClr val="bg1"/>
                </a:solidFill>
              </a:rPr>
              <a:t>✅ Step 1: Add Dependencies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✅ Step 2: Create JWT Utility Class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✅ Step 3: Create Authentication API</a:t>
            </a:r>
          </a:p>
        </p:txBody>
      </p:sp>
    </p:spTree>
    <p:extLst>
      <p:ext uri="{BB962C8B-B14F-4D97-AF65-F5344CB8AC3E}">
        <p14:creationId xmlns:p14="http://schemas.microsoft.com/office/powerpoint/2010/main" val="42856451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C32860-9161-F166-144E-10825626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2A9EE-8991-7FBB-881B-880C64E56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 dirty="0">
                <a:solidFill>
                  <a:srgbClr val="FFCC00"/>
                </a:solidFill>
              </a:rPr>
              <a:t>Spring Boot </a:t>
            </a:r>
            <a:r>
              <a:rPr lang="en-IN" sz="3800" b="1" dirty="0">
                <a:solidFill>
                  <a:srgbClr val="FFCC00"/>
                </a:solidFill>
              </a:rPr>
              <a:t>Implementation </a:t>
            </a:r>
            <a:r>
              <a:rPr sz="3800" b="1" dirty="0">
                <a:solidFill>
                  <a:srgbClr val="FFCC00"/>
                </a:solidFill>
              </a:rPr>
              <a:t>Flow 🔥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1CB2F-26AE-EC93-1899-EC4F5A2E7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dirty="0">
                <a:solidFill>
                  <a:schemeClr val="bg1"/>
                </a:solidFill>
              </a:rPr>
              <a:t>✅ Step 1: Add Dependencies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✅ Step 2: Create JWT Utility Class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✅ Step 3: Create Authentication API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bg1"/>
                </a:solidFill>
              </a:rPr>
              <a:t>✅ Step 4: Create Filter</a:t>
            </a:r>
          </a:p>
        </p:txBody>
      </p:sp>
    </p:spTree>
    <p:extLst>
      <p:ext uri="{BB962C8B-B14F-4D97-AF65-F5344CB8AC3E}">
        <p14:creationId xmlns:p14="http://schemas.microsoft.com/office/powerpoint/2010/main" val="36003986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2F0616-BC27-FD0F-7442-38800A26A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B2C8E-1983-B639-B28C-4C6970B12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 dirty="0">
                <a:solidFill>
                  <a:srgbClr val="FFCC00"/>
                </a:solidFill>
              </a:rPr>
              <a:t>Spring Boot </a:t>
            </a:r>
            <a:r>
              <a:rPr lang="en-IN" sz="3800" b="1" dirty="0">
                <a:solidFill>
                  <a:srgbClr val="FFCC00"/>
                </a:solidFill>
              </a:rPr>
              <a:t>Implementation </a:t>
            </a:r>
            <a:r>
              <a:rPr sz="3800" b="1" dirty="0">
                <a:solidFill>
                  <a:srgbClr val="FFCC00"/>
                </a:solidFill>
              </a:rPr>
              <a:t>Flow 🔥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A7DB9-4044-324A-59F6-E977D2F22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dirty="0">
                <a:solidFill>
                  <a:schemeClr val="bg1"/>
                </a:solidFill>
              </a:rPr>
              <a:t>✅ Step 1: Add Dependencies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✅ Step 2: Create JWT Utility Class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✅ Step 3: Create Authentication API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bg1"/>
                </a:solidFill>
              </a:rPr>
              <a:t>✅ Step 4: Create Filter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bg1"/>
                </a:solidFill>
              </a:rPr>
              <a:t>✅ Step 5: Configure Security</a:t>
            </a:r>
            <a:endParaRPr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59998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FFCC00"/>
                </a:solidFill>
              </a:rPr>
              <a:t>Common Mistakes 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Hardcoded secrets</a:t>
            </a:r>
          </a:p>
          <a:p>
            <a:r>
              <a:rPr sz="2400">
                <a:solidFill>
                  <a:srgbClr val="FFFFFF"/>
                </a:solidFill>
              </a:rPr>
              <a:t>No expiry handling</a:t>
            </a:r>
          </a:p>
          <a:p>
            <a:r>
              <a:rPr sz="2400">
                <a:solidFill>
                  <a:srgbClr val="FFFFFF"/>
                </a:solidFill>
              </a:rPr>
              <a:t>Ignoring filter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FFCC00"/>
                </a:solidFill>
              </a:rPr>
              <a:t>Interview Tip 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Explain flow clearly</a:t>
            </a:r>
          </a:p>
          <a:p>
            <a:r>
              <a:rPr sz="2400">
                <a:solidFill>
                  <a:srgbClr val="FFFFFF"/>
                </a:solidFill>
              </a:rPr>
              <a:t>Focus on WHY not code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FFCC00"/>
                </a:solidFill>
              </a:rPr>
              <a:t>Action Plan 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Implement JWT</a:t>
            </a:r>
          </a:p>
          <a:p>
            <a:r>
              <a:rPr sz="2400">
                <a:solidFill>
                  <a:srgbClr val="FFFFFF"/>
                </a:solidFill>
              </a:rPr>
              <a:t>Debug step-by-step</a:t>
            </a:r>
          </a:p>
          <a:p>
            <a:r>
              <a:rPr sz="2400">
                <a:solidFill>
                  <a:srgbClr val="FFFFFF"/>
                </a:solidFill>
              </a:rPr>
              <a:t>Understand deeply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FFCC00"/>
                </a:solidFill>
              </a:rPr>
              <a:t>Final Message 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Don't copy JWT</a:t>
            </a:r>
          </a:p>
          <a:p>
            <a:r>
              <a:rPr sz="2400">
                <a:solidFill>
                  <a:srgbClr val="FFFFFF"/>
                </a:solidFill>
              </a:rPr>
              <a:t>Understand it like a pro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225</Words>
  <Application>Microsoft Office PowerPoint</Application>
  <PresentationFormat>On-screen Show (4:3)</PresentationFormat>
  <Paragraphs>59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JWT Authentication 🔐</vt:lpstr>
      <vt:lpstr>The Problem 🤯</vt:lpstr>
      <vt:lpstr>What is JWT? 🧠</vt:lpstr>
      <vt:lpstr>JWT Structure ⚙️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Spring Boot Implementation Flow 🔥</vt:lpstr>
      <vt:lpstr>Spring Boot Implementation Flow 🔥</vt:lpstr>
      <vt:lpstr>Spring Boot Implementation Flow 🔥</vt:lpstr>
      <vt:lpstr>Spring Boot Implementation Flow 🔥</vt:lpstr>
      <vt:lpstr>Spring Boot Implementation Flow 🔥</vt:lpstr>
      <vt:lpstr>Common Mistakes ❌</vt:lpstr>
      <vt:lpstr>Interview Tip 💼</vt:lpstr>
      <vt:lpstr>Action Plan 🎯</vt:lpstr>
      <vt:lpstr>Final Message 🔥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Narendra Sahoo</dc:creator>
  <cp:keywords/>
  <dc:description>generated using python-pptx</dc:description>
  <cp:lastModifiedBy>Narendra Sahoo</cp:lastModifiedBy>
  <cp:revision>5</cp:revision>
  <dcterms:created xsi:type="dcterms:W3CDTF">2013-01-27T09:14:16Z</dcterms:created>
  <dcterms:modified xsi:type="dcterms:W3CDTF">2026-04-12T14:16:32Z</dcterms:modified>
  <cp:category/>
</cp:coreProperties>
</file>