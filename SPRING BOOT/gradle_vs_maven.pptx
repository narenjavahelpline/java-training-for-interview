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Maven vs </a:t>
            </a:r>
            <a:r>
              <a:rPr dirty="0"/>
              <a:t>Gradle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Which Build Tool Should You Use?</a:t>
            </a:r>
            <a:endParaRPr lang="en-IN" sz="2000" dirty="0"/>
          </a:p>
          <a:p>
            <a:pPr marL="0" indent="0">
              <a:buNone/>
            </a:pPr>
            <a:r>
              <a:rPr lang="en-US" sz="2000" i="1" dirty="0"/>
              <a:t>one is simple… the other gets you hired faster </a:t>
            </a:r>
            <a:endParaRPr sz="20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Maven?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000" dirty="0"/>
              <a:t>XML-based build tool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Simple, s</a:t>
            </a:r>
            <a:r>
              <a:rPr sz="2000" dirty="0"/>
              <a:t>table</a:t>
            </a:r>
            <a:endParaRPr lang="en-I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But yes — it’s </a:t>
            </a:r>
            <a:r>
              <a:rPr lang="en-US" sz="2000" b="1" dirty="0"/>
              <a:t>verbose and slower</a:t>
            </a:r>
            <a:endParaRPr sz="2000" dirty="0"/>
          </a:p>
          <a:p>
            <a:pPr>
              <a:buFont typeface="Wingdings" panose="05000000000000000000" pitchFamily="2" charset="2"/>
              <a:buChar char="Ø"/>
            </a:pPr>
            <a:r>
              <a:rPr sz="2000" dirty="0"/>
              <a:t>Example: pom.xml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</a:t>
            </a:r>
            <a:r>
              <a:rPr lang="en-IN" dirty="0"/>
              <a:t>Gradle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000" dirty="0"/>
              <a:t>Modern build tool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Gradle </a:t>
            </a:r>
            <a:r>
              <a:rPr sz="2000" dirty="0"/>
              <a:t>Uses Groovy/Kotlin DSL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Less code, more power, faster builds</a:t>
            </a:r>
            <a:endParaRPr sz="2000" b="1" dirty="0"/>
          </a:p>
          <a:p>
            <a:pPr>
              <a:buFont typeface="Wingdings" panose="05000000000000000000" pitchFamily="2" charset="2"/>
              <a:buChar char="Ø"/>
            </a:pPr>
            <a:r>
              <a:rPr sz="2000" dirty="0"/>
              <a:t>Example: </a:t>
            </a:r>
            <a:r>
              <a:rPr sz="2000" dirty="0" err="1"/>
              <a:t>build.gradle</a:t>
            </a:r>
            <a:endParaRPr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Maven = predictable</a:t>
            </a:r>
            <a:br>
              <a:rPr lang="en-IN" sz="2000" dirty="0"/>
            </a:br>
            <a:r>
              <a:rPr lang="en-IN" sz="2000" dirty="0"/>
              <a:t>Gradle = flexible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Maven = beginner-friendly</a:t>
            </a:r>
            <a:br>
              <a:rPr lang="en-IN" sz="2000" dirty="0"/>
            </a:br>
            <a:r>
              <a:rPr lang="en-IN" sz="2000" dirty="0"/>
              <a:t>Gradle = industry-demand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Maven = slower builds</a:t>
            </a:r>
            <a:br>
              <a:rPr lang="en-IN" sz="2000" dirty="0"/>
            </a:br>
            <a:r>
              <a:rPr lang="en-IN" sz="2000" dirty="0"/>
              <a:t>Gradle = blazing fast 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Maven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• Small projects</a:t>
            </a:r>
          </a:p>
          <a:p>
            <a:pPr marL="0" indent="0">
              <a:buNone/>
            </a:pPr>
            <a:r>
              <a:rPr sz="2000" dirty="0"/>
              <a:t>• Beginners</a:t>
            </a:r>
          </a:p>
          <a:p>
            <a:pPr marL="0" indent="0">
              <a:buNone/>
            </a:pPr>
            <a:r>
              <a:rPr sz="2000" dirty="0"/>
              <a:t>• Enterprise stability</a:t>
            </a:r>
          </a:p>
          <a:p>
            <a:pPr marL="0" indent="0">
              <a:buNone/>
            </a:pPr>
            <a:r>
              <a:rPr sz="2000" dirty="0"/>
              <a:t>• Predictable builds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Gradle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Large projects</a:t>
            </a:r>
          </a:p>
          <a:p>
            <a:pPr marL="0" indent="0">
              <a:buNone/>
            </a:pPr>
            <a:r>
              <a:rPr dirty="0"/>
              <a:t>• Performance critical</a:t>
            </a:r>
          </a:p>
          <a:p>
            <a:pPr marL="0" indent="0">
              <a:buNone/>
            </a:pPr>
            <a:r>
              <a:rPr dirty="0"/>
              <a:t>• Android development</a:t>
            </a:r>
          </a:p>
          <a:p>
            <a:pPr marL="0" indent="0">
              <a:buNone/>
            </a:pPr>
            <a:r>
              <a:rPr dirty="0"/>
              <a:t>• Modern CI/CD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Verdict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000" dirty="0"/>
              <a:t>Maven = Simple &amp; Stable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000" dirty="0"/>
              <a:t>Gradle = Fast &amp; Flexible</a:t>
            </a:r>
            <a:endParaRPr lang="en-IN" sz="2000" dirty="0"/>
          </a:p>
          <a:p>
            <a:pPr>
              <a:buFont typeface="Wingdings" panose="05000000000000000000" pitchFamily="2" charset="2"/>
              <a:buChar char="Ø"/>
            </a:pPr>
            <a:endParaRPr lang="en-I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Maven is safe…</a:t>
            </a:r>
            <a:br>
              <a:rPr lang="en-US" sz="2000" b="1" dirty="0"/>
            </a:br>
            <a:r>
              <a:rPr lang="en-US" sz="2000" b="1" dirty="0"/>
              <a:t>But Gradle is the future.</a:t>
            </a:r>
            <a:endParaRPr sz="2000" b="1" dirty="0"/>
          </a:p>
          <a:p>
            <a:pPr>
              <a:buFont typeface="Wingdings" panose="05000000000000000000" pitchFamily="2" charset="2"/>
              <a:buChar char="Ø"/>
            </a:pPr>
            <a:r>
              <a:rPr sz="2000" dirty="0"/>
              <a:t>Choose based on your need!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Like 👍 | Subscribe 🔔</a:t>
            </a:r>
          </a:p>
          <a:p>
            <a:pPr marL="0" indent="0">
              <a:buNone/>
            </a:pPr>
            <a:r>
              <a:rPr dirty="0"/>
              <a:t>Comment: Maven or Gradle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169</Words>
  <Application>Microsoft Office PowerPoint</Application>
  <PresentationFormat>On-screen Show (4:3)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Office Theme</vt:lpstr>
      <vt:lpstr>Maven vs Gradle</vt:lpstr>
      <vt:lpstr>What is Maven?</vt:lpstr>
      <vt:lpstr>What is Gradle?</vt:lpstr>
      <vt:lpstr>Key Differences</vt:lpstr>
      <vt:lpstr>When to Use Maven</vt:lpstr>
      <vt:lpstr>When to Use Gradle</vt:lpstr>
      <vt:lpstr>Final Verdict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Narendra Sahoo</cp:lastModifiedBy>
  <cp:revision>8</cp:revision>
  <dcterms:created xsi:type="dcterms:W3CDTF">2013-01-27T09:14:16Z</dcterms:created>
  <dcterms:modified xsi:type="dcterms:W3CDTF">2026-04-10T14:07:17Z</dcterms:modified>
  <cp:category/>
</cp:coreProperties>
</file>