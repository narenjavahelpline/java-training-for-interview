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8" r:id="rId4"/>
    <p:sldId id="269" r:id="rId5"/>
    <p:sldId id="259" r:id="rId6"/>
    <p:sldId id="270" r:id="rId7"/>
    <p:sldId id="271" r:id="rId8"/>
    <p:sldId id="272" r:id="rId9"/>
    <p:sldId id="274" r:id="rId10"/>
    <p:sldId id="275" r:id="rId11"/>
    <p:sldId id="276" r:id="rId12"/>
    <p:sldId id="265" r:id="rId13"/>
    <p:sldId id="277" r:id="rId14"/>
    <p:sldId id="257" r:id="rId15"/>
    <p:sldId id="258" r:id="rId16"/>
    <p:sldId id="278" r:id="rId17"/>
    <p:sldId id="260" r:id="rId18"/>
    <p:sldId id="261" r:id="rId19"/>
    <p:sldId id="263" r:id="rId20"/>
    <p:sldId id="264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6/actuato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Spring Boot Actuator?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Spring Boot Actuator</a:t>
            </a:r>
            <a:r>
              <a:rPr lang="en-US" sz="1600" dirty="0"/>
              <a:t> is a tool that exposes </a:t>
            </a:r>
            <a:r>
              <a:rPr lang="en-US" sz="1600" b="1" dirty="0"/>
              <a:t>production-ready insights</a:t>
            </a:r>
            <a:r>
              <a:rPr lang="en-US" sz="1600" dirty="0"/>
              <a:t> about your application.</a:t>
            </a:r>
          </a:p>
          <a:p>
            <a:pPr marL="0" indent="0">
              <a:buNone/>
            </a:pPr>
            <a:r>
              <a:rPr lang="en-US" sz="1600" dirty="0"/>
              <a:t>Think of it like a </a:t>
            </a:r>
            <a:r>
              <a:rPr lang="en-US" sz="1600" b="1" dirty="0"/>
              <a:t>“health monitor + control panel”</a:t>
            </a:r>
            <a:r>
              <a:rPr lang="en-US" sz="1600" dirty="0"/>
              <a:t> for your app.</a:t>
            </a:r>
          </a:p>
          <a:p>
            <a:pPr marL="0" indent="0">
              <a:buNone/>
            </a:pPr>
            <a:r>
              <a:rPr lang="en-US" sz="1600" dirty="0"/>
              <a:t>It tells you: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Is my app running?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Is MongoDB connected?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How much memory is used?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Which APIs are active?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What’s the performance?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Actuator</a:t>
            </a:r>
            <a:r>
              <a:rPr lang="en-US" sz="1600" dirty="0"/>
              <a:t> provides production-ready features like health checks, metrics, and monitoring.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A301-3BD7-579B-9B09-3AC8AB09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33AD-C0D0-41AB-48C3-DD745C52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 need Actuator in real-life projects?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FFADB-0297-0C75-7086-FCE488BD2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Without Actuator:</a:t>
            </a:r>
          </a:p>
          <a:p>
            <a:pPr marL="0" indent="0">
              <a:buNone/>
            </a:pPr>
            <a:r>
              <a:rPr lang="en-US" sz="1600" dirty="0"/>
              <a:t>Imagine your app goes down in production…</a:t>
            </a:r>
          </a:p>
          <a:p>
            <a:pPr marL="0" indent="0">
              <a:buNone/>
            </a:pPr>
            <a:r>
              <a:rPr lang="en-US" sz="1600" dirty="0"/>
              <a:t>You don’t know:</a:t>
            </a:r>
          </a:p>
          <a:p>
            <a:pPr marL="0" indent="0">
              <a:buNone/>
            </a:pPr>
            <a:r>
              <a:rPr lang="en-US" sz="1600" dirty="0"/>
              <a:t>Is DB down? </a:t>
            </a:r>
          </a:p>
          <a:p>
            <a:pPr marL="0" indent="0">
              <a:buNone/>
            </a:pPr>
            <a:r>
              <a:rPr lang="en-US" sz="1600" dirty="0"/>
              <a:t>Is memory full? </a:t>
            </a:r>
          </a:p>
          <a:p>
            <a:pPr marL="0" indent="0">
              <a:buNone/>
            </a:pPr>
            <a:r>
              <a:rPr lang="en-US" sz="1600" dirty="0"/>
              <a:t>Is some API stuck? </a:t>
            </a:r>
          </a:p>
          <a:p>
            <a:pPr marL="0" indent="0">
              <a:buNone/>
            </a:pPr>
            <a:r>
              <a:rPr lang="en-US" sz="1600" dirty="0"/>
              <a:t>Is server overloaded? </a:t>
            </a:r>
          </a:p>
          <a:p>
            <a:pPr marL="0" indent="0">
              <a:buNone/>
            </a:pPr>
            <a:r>
              <a:rPr lang="en-US" sz="1600" dirty="0"/>
              <a:t>You’re blind.</a:t>
            </a:r>
          </a:p>
        </p:txBody>
      </p:sp>
    </p:spTree>
    <p:extLst>
      <p:ext uri="{BB962C8B-B14F-4D97-AF65-F5344CB8AC3E}">
        <p14:creationId xmlns:p14="http://schemas.microsoft.com/office/powerpoint/2010/main" val="289749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8ACB-9935-EA59-F2BB-D742A5EB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 need Actuator in real-life projects?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DF746-1341-277B-7BD6-9E26A4F898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With Actuator:</a:t>
            </a:r>
          </a:p>
          <a:p>
            <a:pPr marL="0" indent="0">
              <a:buNone/>
            </a:pPr>
            <a:r>
              <a:rPr lang="en-US" sz="1600" dirty="0"/>
              <a:t>You can instantly check:</a:t>
            </a:r>
          </a:p>
          <a:p>
            <a:pPr marL="0" indent="0">
              <a:buNone/>
            </a:pPr>
            <a:r>
              <a:rPr lang="en-US" sz="1600" b="1" dirty="0"/>
              <a:t>1. Health Monitoring- </a:t>
            </a:r>
          </a:p>
          <a:p>
            <a:pPr marL="0" indent="0">
              <a:buNone/>
            </a:pPr>
            <a:r>
              <a:rPr lang="en-US" sz="1600" b="1" dirty="0"/>
              <a:t>/actuator/health</a:t>
            </a:r>
          </a:p>
          <a:p>
            <a:pPr marL="0" indent="0">
              <a:buNone/>
            </a:pPr>
            <a:r>
              <a:rPr lang="en-US" sz="1600" dirty="0"/>
              <a:t>✔ App status</a:t>
            </a:r>
            <a:br>
              <a:rPr lang="en-US" sz="1600" dirty="0"/>
            </a:br>
            <a:r>
              <a:rPr lang="en-US" sz="1600" dirty="0"/>
              <a:t>✔ DB status (Mongo in your case)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IN" sz="1600" b="1" dirty="0"/>
              <a:t>2. Metrics (Performance)</a:t>
            </a:r>
          </a:p>
          <a:p>
            <a:pPr marL="0" indent="0">
              <a:buNone/>
            </a:pPr>
            <a:r>
              <a:rPr lang="en-IN" sz="1600" dirty="0"/>
              <a:t>/actuator/metrics</a:t>
            </a:r>
          </a:p>
          <a:p>
            <a:pPr marL="0" indent="0">
              <a:buNone/>
            </a:pPr>
            <a:r>
              <a:rPr lang="en-IN" sz="1600" dirty="0"/>
              <a:t>✔ CPU</a:t>
            </a:r>
            <a:br>
              <a:rPr lang="en-IN" sz="1600" dirty="0"/>
            </a:br>
            <a:r>
              <a:rPr lang="en-IN" sz="1600" dirty="0"/>
              <a:t>✔ Memory</a:t>
            </a:r>
            <a:br>
              <a:rPr lang="en-IN" sz="1600" dirty="0"/>
            </a:br>
            <a:r>
              <a:rPr lang="en-IN" sz="1600" dirty="0"/>
              <a:t>✔ HTTP requests</a:t>
            </a:r>
          </a:p>
          <a:p>
            <a:pPr marL="0" indent="0">
              <a:buNone/>
            </a:pPr>
            <a:endParaRPr lang="en-US" sz="1600" b="1" dirty="0"/>
          </a:p>
          <a:p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02517-C4C4-4743-2BE4-B13B7D2594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3. Debugging Issues</a:t>
            </a:r>
          </a:p>
          <a:p>
            <a:pPr marL="0" indent="0">
              <a:buNone/>
            </a:pPr>
            <a:r>
              <a:rPr lang="en-IN" sz="1600" dirty="0"/>
              <a:t>/actuator/env</a:t>
            </a:r>
            <a:br>
              <a:rPr lang="en-IN" sz="1600" dirty="0"/>
            </a:br>
            <a:r>
              <a:rPr lang="en-IN" sz="1600" dirty="0"/>
              <a:t>/actuator/beans</a:t>
            </a:r>
          </a:p>
          <a:p>
            <a:pPr marL="0" indent="0">
              <a:buNone/>
            </a:pPr>
            <a:r>
              <a:rPr lang="en-IN" sz="1600" dirty="0"/>
              <a:t>✔ Config values</a:t>
            </a:r>
            <a:br>
              <a:rPr lang="en-IN" sz="1600" dirty="0"/>
            </a:br>
            <a:r>
              <a:rPr lang="en-IN" sz="1600" dirty="0"/>
              <a:t>✔ Loaded components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4. DevOps Integration</a:t>
            </a:r>
          </a:p>
          <a:p>
            <a:pPr marL="0" indent="0">
              <a:buNone/>
            </a:pPr>
            <a:r>
              <a:rPr lang="en-IN" sz="1600" dirty="0"/>
              <a:t>Actuator is used with:</a:t>
            </a:r>
          </a:p>
          <a:p>
            <a:pPr marL="0" indent="0">
              <a:buNone/>
            </a:pPr>
            <a:r>
              <a:rPr lang="en-IN" sz="1600" b="1" dirty="0"/>
              <a:t>Prometheus</a:t>
            </a:r>
            <a:r>
              <a:rPr lang="en-IN" sz="1600" dirty="0"/>
              <a:t> (metrics collection) </a:t>
            </a:r>
          </a:p>
          <a:p>
            <a:pPr marL="0" indent="0">
              <a:buNone/>
            </a:pPr>
            <a:r>
              <a:rPr lang="en-IN" sz="1600" b="1" dirty="0"/>
              <a:t>Grafana</a:t>
            </a:r>
            <a:r>
              <a:rPr lang="en-IN" sz="1600" dirty="0"/>
              <a:t> (dashboards) </a:t>
            </a:r>
          </a:p>
          <a:p>
            <a:pPr marL="0" indent="0">
              <a:buNone/>
            </a:pPr>
            <a:r>
              <a:rPr lang="en-IN" sz="1600" b="1" dirty="0"/>
              <a:t>Kubernetes</a:t>
            </a:r>
            <a:r>
              <a:rPr lang="en-IN" sz="1600" dirty="0"/>
              <a:t> (health probes) </a:t>
            </a:r>
          </a:p>
          <a:p>
            <a:pPr marL="0" indent="0">
              <a:buNone/>
            </a:pPr>
            <a:r>
              <a:rPr lang="en-IN" sz="1600" dirty="0"/>
              <a:t>	This is how real companies monitor apps.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227BA-7105-F7B6-2E8B-635E08645F0E}"/>
              </a:ext>
            </a:extLst>
          </p:cNvPr>
          <p:cNvSpPr txBox="1"/>
          <p:nvPr/>
        </p:nvSpPr>
        <p:spPr>
          <a:xfrm>
            <a:off x="2018872" y="521413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• Monitor app health</a:t>
            </a:r>
          </a:p>
          <a:p>
            <a:r>
              <a:rPr lang="en-US" b="1" dirty="0"/>
              <a:t>• Debug issues</a:t>
            </a:r>
          </a:p>
          <a:p>
            <a:r>
              <a:rPr lang="en-US" b="1" dirty="0"/>
              <a:t>• Track performance</a:t>
            </a:r>
          </a:p>
          <a:p>
            <a:r>
              <a:rPr lang="en-US" b="1" dirty="0"/>
              <a:t>• Production visibility</a:t>
            </a:r>
          </a:p>
        </p:txBody>
      </p:sp>
    </p:spTree>
    <p:extLst>
      <p:ext uri="{BB962C8B-B14F-4D97-AF65-F5344CB8AC3E}">
        <p14:creationId xmlns:p14="http://schemas.microsoft.com/office/powerpoint/2010/main" val="213737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CE36-2DAC-EE57-60C0-1154116B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 (your CRUD app)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BE35-B9C2-1310-A3B4-B0AAD5D9D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You built:</a:t>
            </a:r>
            <a:br>
              <a:rPr lang="en-IN" dirty="0"/>
            </a:br>
            <a:r>
              <a:rPr lang="en-IN" dirty="0"/>
              <a:t>	Employee CRUD app with MongoDB</a:t>
            </a:r>
          </a:p>
          <a:p>
            <a:pPr marL="0" indent="0">
              <a:buNone/>
            </a:pPr>
            <a:r>
              <a:rPr lang="en-IN" dirty="0"/>
              <a:t>Now imagine:</a:t>
            </a:r>
          </a:p>
          <a:p>
            <a:pPr marL="0" indent="0">
              <a:buNone/>
            </a:pPr>
            <a:r>
              <a:rPr lang="en-IN" dirty="0"/>
              <a:t>MongoDB goes down </a:t>
            </a:r>
          </a:p>
          <a:p>
            <a:pPr marL="0" indent="0">
              <a:buNone/>
            </a:pPr>
            <a:r>
              <a:rPr lang="en-IN" dirty="0"/>
              <a:t>Your API still running but failing silently </a:t>
            </a:r>
          </a:p>
          <a:p>
            <a:pPr marL="0" indent="0">
              <a:buNone/>
            </a:pPr>
            <a:r>
              <a:rPr lang="en-IN" dirty="0"/>
              <a:t>	Actuator shows:</a:t>
            </a:r>
          </a:p>
          <a:p>
            <a:pPr marL="0" indent="0">
              <a:buNone/>
            </a:pPr>
            <a:r>
              <a:rPr lang="en-IN" dirty="0"/>
              <a:t>"mongo": {</a:t>
            </a:r>
            <a:br>
              <a:rPr lang="en-IN" dirty="0"/>
            </a:br>
            <a:r>
              <a:rPr lang="en-IN" dirty="0"/>
              <a:t>  "status": "DOWN"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03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/actuator/health</a:t>
            </a:r>
          </a:p>
          <a:p>
            <a:r>
              <a:t>/actuator/metrics</a:t>
            </a:r>
          </a:p>
          <a:p>
            <a:r>
              <a:t>/actuator/info</a:t>
            </a:r>
          </a:p>
          <a:p>
            <a:r>
              <a:t>/actuator/env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1742-68C7-5744-2A18-B0086D0D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1. Add Actuator Dependency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F2553-E356-CD60-45E3-E9174E88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In your pom.xml:</a:t>
            </a:r>
          </a:p>
          <a:p>
            <a:pPr marL="0" indent="0">
              <a:buNone/>
            </a:pPr>
            <a:r>
              <a:rPr lang="en-IN" sz="1600" i="1" dirty="0"/>
              <a:t>&lt;dependency&gt;</a:t>
            </a:r>
            <a:br>
              <a:rPr lang="en-IN" sz="1600" i="1" dirty="0"/>
            </a:br>
            <a:r>
              <a:rPr lang="en-IN" sz="1600" i="1" dirty="0"/>
              <a:t>    &lt;</a:t>
            </a:r>
            <a:r>
              <a:rPr lang="en-IN" sz="1600" i="1" dirty="0" err="1"/>
              <a:t>groupId</a:t>
            </a:r>
            <a:r>
              <a:rPr lang="en-IN" sz="1600" i="1" dirty="0"/>
              <a:t>&gt;</a:t>
            </a:r>
            <a:r>
              <a:rPr lang="en-IN" sz="1600" i="1" dirty="0" err="1"/>
              <a:t>org.springframework.boot</a:t>
            </a:r>
            <a:r>
              <a:rPr lang="en-IN" sz="1600" i="1" dirty="0"/>
              <a:t>&lt;/</a:t>
            </a:r>
            <a:r>
              <a:rPr lang="en-IN" sz="1600" i="1" dirty="0" err="1"/>
              <a:t>groupId</a:t>
            </a:r>
            <a:r>
              <a:rPr lang="en-IN" sz="1600" i="1" dirty="0"/>
              <a:t>&gt;</a:t>
            </a:r>
            <a:br>
              <a:rPr lang="en-IN" sz="1600" i="1" dirty="0"/>
            </a:br>
            <a:r>
              <a:rPr lang="en-IN" sz="1600" i="1" dirty="0"/>
              <a:t>    &lt;</a:t>
            </a:r>
            <a:r>
              <a:rPr lang="en-IN" sz="1600" i="1" dirty="0" err="1"/>
              <a:t>artifactId</a:t>
            </a:r>
            <a:r>
              <a:rPr lang="en-IN" sz="1600" i="1" dirty="0"/>
              <a:t>&gt;spring-boot-starter-actuator&lt;/</a:t>
            </a:r>
            <a:r>
              <a:rPr lang="en-IN" sz="1600" i="1" dirty="0" err="1"/>
              <a:t>artifactId</a:t>
            </a:r>
            <a:r>
              <a:rPr lang="en-IN" sz="1600" i="1" dirty="0"/>
              <a:t>&gt;</a:t>
            </a:r>
            <a:br>
              <a:rPr lang="en-IN" sz="1600" i="1" dirty="0"/>
            </a:br>
            <a:r>
              <a:rPr lang="en-IN" sz="1600" i="1" dirty="0"/>
              <a:t>&lt;/dependency&gt;</a:t>
            </a:r>
          </a:p>
          <a:p>
            <a:pPr marL="0" indent="0">
              <a:buNone/>
            </a:pPr>
            <a:r>
              <a:rPr lang="en-IN" sz="1600" dirty="0"/>
              <a:t>That’s it. No extra setup needed to start.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6229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074-C891-721F-74E7-E4D6EF3C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DFCA-E52B-C898-B32C-39A5D31D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2. Enable Endpoints (IMPORTANT)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700A7-D358-8130-CD03-77B392D8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By default, only /health is exposed.</a:t>
            </a:r>
          </a:p>
          <a:p>
            <a:pPr marL="0" indent="0">
              <a:buNone/>
            </a:pPr>
            <a:r>
              <a:rPr lang="en-IN" sz="1600" dirty="0"/>
              <a:t>Add this in </a:t>
            </a:r>
            <a:r>
              <a:rPr lang="en-IN" sz="1600" dirty="0" err="1"/>
              <a:t>application.properties</a:t>
            </a:r>
            <a:r>
              <a:rPr lang="en-IN" sz="1600" dirty="0"/>
              <a:t>:</a:t>
            </a:r>
          </a:p>
          <a:p>
            <a:pPr marL="0" indent="0">
              <a:buNone/>
            </a:pPr>
            <a:r>
              <a:rPr lang="en-IN" sz="1600" dirty="0" err="1"/>
              <a:t>management.endpoints.web.exposure.include</a:t>
            </a:r>
            <a:r>
              <a:rPr lang="en-IN" sz="1600" dirty="0"/>
              <a:t>=*</a:t>
            </a:r>
            <a:br>
              <a:rPr lang="en-IN" sz="1600" dirty="0"/>
            </a:br>
            <a:r>
              <a:rPr lang="en-IN" sz="1600" dirty="0" err="1"/>
              <a:t>management.endpoint.health.show</a:t>
            </a:r>
            <a:r>
              <a:rPr lang="en-IN" sz="1600" dirty="0"/>
              <a:t>-details=always</a:t>
            </a:r>
            <a:br>
              <a:rPr lang="en-IN" sz="1600" dirty="0"/>
            </a:br>
            <a:r>
              <a:rPr lang="en-IN" sz="1600" dirty="0"/>
              <a:t>Now all actuator endpoints will be available.</a:t>
            </a:r>
          </a:p>
        </p:txBody>
      </p:sp>
    </p:spTree>
    <p:extLst>
      <p:ext uri="{BB962C8B-B14F-4D97-AF65-F5344CB8AC3E}">
        <p14:creationId xmlns:p14="http://schemas.microsoft.com/office/powerpoint/2010/main" val="83603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CCC5-05E1-DA3E-7B7D-C17D401D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60B6-C57D-BA57-A05F-3F8B444E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Access Actuator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D6B0-8736-D90D-50D6-C03F99F34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Start your app (use IntelliJ ▶ as we discussed)</a:t>
            </a:r>
          </a:p>
          <a:p>
            <a:pPr marL="0" indent="0">
              <a:buNone/>
            </a:pPr>
            <a:r>
              <a:rPr lang="en-US" sz="1400" dirty="0"/>
              <a:t>Then open:</a:t>
            </a:r>
          </a:p>
          <a:p>
            <a:pPr marL="0" indent="0">
              <a:buNone/>
            </a:pPr>
            <a:r>
              <a:rPr lang="en-US" sz="1400" b="1" dirty="0"/>
              <a:t>🔹 Health Check</a:t>
            </a:r>
          </a:p>
          <a:p>
            <a:pPr marL="0" indent="0">
              <a:buNone/>
            </a:pPr>
            <a:r>
              <a:rPr lang="en-US" sz="1400" dirty="0"/>
              <a:t>http://localhost:8086/actuator/health</a:t>
            </a:r>
          </a:p>
          <a:p>
            <a:pPr marL="0" indent="0">
              <a:buNone/>
            </a:pPr>
            <a:r>
              <a:rPr lang="en-US" sz="1400" dirty="0"/>
              <a:t>Output example:</a:t>
            </a:r>
          </a:p>
          <a:p>
            <a:pPr marL="0" indent="0">
              <a:buNone/>
            </a:pPr>
            <a:r>
              <a:rPr lang="en-US" sz="1400" dirty="0"/>
              <a:t>{</a:t>
            </a:r>
            <a:br>
              <a:rPr lang="en-US" sz="1400" dirty="0"/>
            </a:br>
            <a:r>
              <a:rPr lang="en-US" sz="1400" dirty="0"/>
              <a:t>  "status": "UP"</a:t>
            </a:r>
            <a:br>
              <a:rPr lang="en-US" sz="1400" dirty="0"/>
            </a:br>
            <a:r>
              <a:rPr lang="en-US" sz="1400" dirty="0"/>
              <a:t>}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🔹 All Endpoints</a:t>
            </a:r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http://localhost:8086/actuator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dirty="0"/>
              <a:t>🔹 Useful Endpoints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0285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9E0C-4B00-FE86-7993-33900C11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5AF8-146F-5C3C-8BBE-A9C8BC89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🔹 Useful Endpoints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9DA558-C042-DABD-A974-681A3E6535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583021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93778896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43210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6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/actuator/health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health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2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/actuator/info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913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/actuator/metrics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29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/actuator/env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3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/actuator/beans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69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/actuator/mappings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 API mappings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04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047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4E60-A4B9-1962-2314-DB76313A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70BE-4835-B116-CED8-2838514C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MongoDB Health Check (Auto)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63CA2-70B3-6733-4160-6C7111704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Since you're using MongoDB:</a:t>
            </a:r>
          </a:p>
          <a:p>
            <a:pPr marL="0" indent="0">
              <a:buNone/>
            </a:pPr>
            <a:r>
              <a:rPr lang="en-US" sz="1600" dirty="0"/>
              <a:t>Actuator automatically adds:</a:t>
            </a:r>
          </a:p>
          <a:p>
            <a:pPr marL="0" indent="0">
              <a:buNone/>
            </a:pPr>
            <a:r>
              <a:rPr lang="en-US" sz="1600" dirty="0"/>
              <a:t>/actuator/health</a:t>
            </a:r>
          </a:p>
          <a:p>
            <a:pPr marL="0" indent="0">
              <a:buNone/>
            </a:pPr>
            <a:r>
              <a:rPr lang="en-US" sz="1600" dirty="0"/>
              <a:t>Will include:</a:t>
            </a:r>
          </a:p>
          <a:p>
            <a:pPr marL="0" indent="0">
              <a:buNone/>
            </a:pPr>
            <a:r>
              <a:rPr lang="en-US" sz="1600" dirty="0"/>
              <a:t>{</a:t>
            </a:r>
            <a:br>
              <a:rPr lang="en-US" sz="1600" dirty="0"/>
            </a:br>
            <a:r>
              <a:rPr lang="en-US" sz="1600" dirty="0"/>
              <a:t>  "status": "UP",</a:t>
            </a:r>
            <a:br>
              <a:rPr lang="en-US" sz="1600" dirty="0"/>
            </a:br>
            <a:r>
              <a:rPr lang="en-US" sz="1600" dirty="0"/>
              <a:t>  "components": {</a:t>
            </a:r>
            <a:br>
              <a:rPr lang="en-US" sz="1600" dirty="0"/>
            </a:br>
            <a:r>
              <a:rPr lang="en-US" sz="1600" dirty="0"/>
              <a:t>    "mongo": {</a:t>
            </a:r>
            <a:br>
              <a:rPr lang="en-US" sz="1600" dirty="0"/>
            </a:br>
            <a:r>
              <a:rPr lang="en-US" sz="1600" dirty="0"/>
              <a:t>      "status": "UP"</a:t>
            </a:r>
            <a:br>
              <a:rPr lang="en-US" sz="1600" dirty="0"/>
            </a:br>
            <a:r>
              <a:rPr lang="en-US" sz="1600" dirty="0"/>
              <a:t>    }</a:t>
            </a:r>
            <a:br>
              <a:rPr lang="en-US" sz="1600" dirty="0"/>
            </a:br>
            <a:r>
              <a:rPr lang="en-US" sz="1600" dirty="0"/>
              <a:t>  }</a:t>
            </a:r>
            <a:br>
              <a:rPr lang="en-US" sz="1600" dirty="0"/>
            </a:b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✔ No extra config needed!</a:t>
            </a:r>
          </a:p>
        </p:txBody>
      </p:sp>
    </p:spTree>
    <p:extLst>
      <p:ext uri="{BB962C8B-B14F-4D97-AF65-F5344CB8AC3E}">
        <p14:creationId xmlns:p14="http://schemas.microsoft.com/office/powerpoint/2010/main" val="15512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ECA8-C6F2-181A-F245-2F3EE469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3FDC-47A9-2746-0D0D-4A4D68B2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 Add Custom Info (Optional but useful)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C265-8AE6-2EF1-28FC-979D85F56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/>
              <a:t>management.info.env.enabled</a:t>
            </a:r>
            <a:r>
              <a:rPr lang="en-US" sz="1600" dirty="0"/>
              <a:t>=true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info.app.name=Spring Boot CRUD App</a:t>
            </a:r>
          </a:p>
          <a:p>
            <a:pPr marL="0" indent="0">
              <a:buNone/>
            </a:pPr>
            <a:r>
              <a:rPr lang="en-US" sz="1600" dirty="0" err="1"/>
              <a:t>info.app.version</a:t>
            </a:r>
            <a:r>
              <a:rPr lang="en-US" sz="1600" dirty="0"/>
              <a:t>=1.0</a:t>
            </a:r>
          </a:p>
          <a:p>
            <a:pPr marL="0" indent="0">
              <a:buNone/>
            </a:pPr>
            <a:r>
              <a:rPr lang="en-US" sz="1600" dirty="0" err="1"/>
              <a:t>info.app.description</a:t>
            </a:r>
            <a:r>
              <a:rPr lang="en-US" sz="1600" dirty="0"/>
              <a:t>=MongoDB CRUD with Actuator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dirty="0"/>
              <a:t> Check:</a:t>
            </a:r>
          </a:p>
          <a:p>
            <a:pPr marL="0" indent="0">
              <a:buNone/>
            </a:pPr>
            <a:r>
              <a:rPr lang="en-IN" sz="1600" dirty="0"/>
              <a:t>/actuator/info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22008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Integrate with Prometheus &amp; Grafana</a:t>
            </a:r>
          </a:p>
          <a:p>
            <a:r>
              <a:rPr sz="1600" dirty="0"/>
              <a:t>Use /actuator/</a:t>
            </a:r>
            <a:r>
              <a:rPr sz="1600" dirty="0" err="1"/>
              <a:t>prometheus</a:t>
            </a:r>
            <a:endParaRPr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Prometheus Metrics with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Monitoring Setup using Actuator + Micrometer + Prometheus + Grafana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Prometheus Integration?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Spring Boot exposes metrics → Prometheus collects → Grafana visualizes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Spring Boot → /actuator/</a:t>
            </a:r>
            <a:r>
              <a:rPr dirty="0" err="1"/>
              <a:t>prometheus</a:t>
            </a:r>
            <a:r>
              <a:rPr dirty="0"/>
              <a:t> → Prometheus → Grafana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Add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i="1" dirty="0"/>
              <a:t>&lt;dependency&gt;</a:t>
            </a:r>
          </a:p>
          <a:p>
            <a:pPr marL="0" indent="0">
              <a:buNone/>
            </a:pPr>
            <a:r>
              <a:rPr sz="1600" i="1" dirty="0"/>
              <a:t> </a:t>
            </a:r>
            <a:r>
              <a:rPr sz="1600" i="1" dirty="0" err="1"/>
              <a:t>io.micrometer:micrometer-registry-prometheus</a:t>
            </a:r>
            <a:endParaRPr sz="1600" i="1" dirty="0"/>
          </a:p>
          <a:p>
            <a:pPr marL="0" indent="0">
              <a:buNone/>
            </a:pPr>
            <a:r>
              <a:rPr sz="1600" i="1" dirty="0"/>
              <a:t>&lt;/dependency&gt;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 err="1"/>
              <a:t>management.endpoints.web.exposure.include</a:t>
            </a:r>
            <a:r>
              <a:rPr sz="1600" dirty="0"/>
              <a:t>=</a:t>
            </a:r>
            <a:r>
              <a:rPr sz="1600" dirty="0" err="1"/>
              <a:t>health,info,prometheus</a:t>
            </a:r>
            <a:endParaRPr sz="1600" dirty="0"/>
          </a:p>
          <a:p>
            <a:pPr marL="0" indent="0">
              <a:buNone/>
            </a:pPr>
            <a:r>
              <a:rPr sz="1600" dirty="0" err="1"/>
              <a:t>management.endpoint.prometheus.enabled</a:t>
            </a:r>
            <a:r>
              <a:rPr sz="1600" dirty="0"/>
              <a:t>=true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Access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http://localhost:8080/actuator/prometheus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Returns metrics in Prometheus format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JVM Memory</a:t>
            </a:r>
          </a:p>
          <a:p>
            <a:r>
              <a:rPr sz="1600" dirty="0"/>
              <a:t>CPU Usage</a:t>
            </a:r>
          </a:p>
          <a:p>
            <a:r>
              <a:rPr sz="1600" dirty="0"/>
              <a:t>HTTP Requests</a:t>
            </a:r>
          </a:p>
          <a:p>
            <a:r>
              <a:rPr sz="1600" dirty="0"/>
              <a:t>GC Stats</a:t>
            </a:r>
          </a:p>
          <a:p>
            <a:r>
              <a:rPr sz="1600" dirty="0"/>
              <a:t>Thread Usage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Prometheus scrapes metrics</a:t>
            </a:r>
          </a:p>
          <a:p>
            <a:r>
              <a:t>Grafana builds dashboards</a:t>
            </a:r>
          </a:p>
          <a:p>
            <a:r>
              <a:t>Used in production 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coding needed</a:t>
            </a:r>
          </a:p>
          <a:p>
            <a:r>
              <a:t>Auto metrics collection</a:t>
            </a:r>
          </a:p>
          <a:p>
            <a:r>
              <a:t>Production ready monitoring</a:t>
            </a:r>
          </a:p>
          <a:p>
            <a:r>
              <a:t>Easy integration with DevOps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3745</TotalTime>
  <Words>794</Words>
  <Application>Microsoft Office PowerPoint</Application>
  <PresentationFormat>On-screen Show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Wingdings</vt:lpstr>
      <vt:lpstr>Office Theme</vt:lpstr>
      <vt:lpstr>What is Spring Boot Actuator?</vt:lpstr>
      <vt:lpstr>Why we need Actuator in real-life projects?</vt:lpstr>
      <vt:lpstr>Why we need Actuator in real-life projects?</vt:lpstr>
      <vt:lpstr>Real Example (your CRUD app)</vt:lpstr>
      <vt:lpstr>Key Endpoints</vt:lpstr>
      <vt:lpstr> 1. Add Actuator Dependency </vt:lpstr>
      <vt:lpstr>2. Enable Endpoints (IMPORTANT) </vt:lpstr>
      <vt:lpstr>3. Access Actuator Endpoints</vt:lpstr>
      <vt:lpstr>🔹 Useful Endpoints</vt:lpstr>
      <vt:lpstr>4. MongoDB Health Check (Auto)</vt:lpstr>
      <vt:lpstr>5. Add Custom Info (Optional but useful)</vt:lpstr>
      <vt:lpstr>Advanced Monitoring</vt:lpstr>
      <vt:lpstr>Prometheus Metrics with Spring Boot</vt:lpstr>
      <vt:lpstr>What is Prometheus Integration?</vt:lpstr>
      <vt:lpstr>Architecture Flow</vt:lpstr>
      <vt:lpstr>Step 1: Add Dependency</vt:lpstr>
      <vt:lpstr>Step 2: Configuration</vt:lpstr>
      <vt:lpstr>Step 3: Access Endpoint</vt:lpstr>
      <vt:lpstr>Metrics Available</vt:lpstr>
      <vt:lpstr>Real World Usage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35</cp:revision>
  <dcterms:created xsi:type="dcterms:W3CDTF">2013-01-27T09:14:16Z</dcterms:created>
  <dcterms:modified xsi:type="dcterms:W3CDTF">2026-03-29T05:10:37Z</dcterms:modified>
  <cp:category/>
</cp:coreProperties>
</file>