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Build REAL Spring Boot Project 🚀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Stop building CRUD apps 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The Problem 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>
                <a:solidFill>
                  <a:srgbClr val="FFFFFF"/>
                </a:solidFill>
              </a:rPr>
              <a:t>Only CRUD projects</a:t>
            </a:r>
          </a:p>
          <a:p>
            <a:r>
              <a:rPr sz="2400" dirty="0">
                <a:solidFill>
                  <a:srgbClr val="FFFFFF"/>
                </a:solidFill>
              </a:rPr>
              <a:t>No interview </a:t>
            </a:r>
            <a:r>
              <a:rPr lang="en-IN" sz="2400" dirty="0">
                <a:solidFill>
                  <a:srgbClr val="FFFFFF"/>
                </a:solidFill>
              </a:rPr>
              <a:t>cleared </a:t>
            </a:r>
            <a:endParaRPr sz="2400" dirty="0">
              <a:solidFill>
                <a:srgbClr val="FFFFFF"/>
              </a:solidFill>
            </a:endParaRPr>
          </a:p>
          <a:p>
            <a:r>
              <a:rPr sz="2400" dirty="0">
                <a:solidFill>
                  <a:srgbClr val="FFFFFF"/>
                </a:solidFill>
              </a:rPr>
              <a:t>No real skills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What is a REAL Project? 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Authentication (JWT)</a:t>
            </a:r>
          </a:p>
          <a:p>
            <a:r>
              <a:rPr sz="2400">
                <a:solidFill>
                  <a:srgbClr val="FFFFFF"/>
                </a:solidFill>
              </a:rPr>
              <a:t>Role-based access</a:t>
            </a:r>
          </a:p>
          <a:p>
            <a:r>
              <a:rPr sz="2400">
                <a:solidFill>
                  <a:srgbClr val="FFFFFF"/>
                </a:solidFill>
              </a:rPr>
              <a:t>Exception handling</a:t>
            </a:r>
          </a:p>
          <a:p>
            <a:r>
              <a:rPr sz="2400">
                <a:solidFill>
                  <a:srgbClr val="FFFFFF"/>
                </a:solidFill>
              </a:rPr>
              <a:t>Logging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Project Idea 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E-commerce backend</a:t>
            </a:r>
          </a:p>
          <a:p>
            <a:r>
              <a:rPr sz="2400">
                <a:solidFill>
                  <a:srgbClr val="FFFFFF"/>
                </a:solidFill>
              </a:rPr>
              <a:t>Job portal API</a:t>
            </a:r>
          </a:p>
          <a:p>
            <a:r>
              <a:rPr sz="2400">
                <a:solidFill>
                  <a:srgbClr val="FFFFFF"/>
                </a:solidFill>
              </a:rPr>
              <a:t>User + Admin roles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Step 1 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Design APIs first</a:t>
            </a:r>
          </a:p>
          <a:p>
            <a:r>
              <a:rPr sz="2400">
                <a:solidFill>
                  <a:srgbClr val="FFFFFF"/>
                </a:solidFill>
              </a:rPr>
              <a:t>Think like backend engineer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Step 2 ⚙️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Create entities</a:t>
            </a:r>
          </a:p>
          <a:p>
            <a:r>
              <a:rPr sz="2400">
                <a:solidFill>
                  <a:srgbClr val="FFFFFF"/>
                </a:solidFill>
              </a:rPr>
              <a:t>Database relationships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Step 3 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Service layer logic</a:t>
            </a:r>
          </a:p>
          <a:p>
            <a:r>
              <a:rPr sz="2400">
                <a:solidFill>
                  <a:srgbClr val="FFFFFF"/>
                </a:solidFill>
              </a:rPr>
              <a:t>Business rules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Step 4 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Add JWT authentication</a:t>
            </a:r>
          </a:p>
          <a:p>
            <a:r>
              <a:rPr sz="2400">
                <a:solidFill>
                  <a:srgbClr val="FFFFFF"/>
                </a:solidFill>
              </a:rPr>
              <a:t>Secure endpoints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Step 5 ⚠️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Exception handling</a:t>
            </a:r>
          </a:p>
          <a:p>
            <a:r>
              <a:rPr sz="2400">
                <a:solidFill>
                  <a:srgbClr val="FFFFFF"/>
                </a:solidFill>
              </a:rPr>
              <a:t>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Step 6 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Logging &amp; monitoring</a:t>
            </a:r>
          </a:p>
          <a:p>
            <a:r>
              <a:rPr sz="2400">
                <a:solidFill>
                  <a:srgbClr val="FFFFFF"/>
                </a:solidFill>
              </a:rPr>
              <a:t>Production mindset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Common Mistakes 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Copy from GitHub</a:t>
            </a:r>
          </a:p>
          <a:p>
            <a:r>
              <a:rPr sz="2400">
                <a:solidFill>
                  <a:srgbClr val="FFFFFF"/>
                </a:solidFill>
              </a:rPr>
              <a:t>Skip validation</a:t>
            </a:r>
          </a:p>
          <a:p>
            <a:r>
              <a:rPr sz="2400">
                <a:solidFill>
                  <a:srgbClr val="FFFFFF"/>
                </a:solidFill>
              </a:rPr>
              <a:t>No error handling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Truth Bomb 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Your project = your resume</a:t>
            </a:r>
          </a:p>
          <a:p>
            <a:r>
              <a:rPr sz="2400">
                <a:solidFill>
                  <a:srgbClr val="FFFFFF"/>
                </a:solidFill>
              </a:rPr>
              <a:t>Good project = job calls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FFFF00"/>
                </a:solidFill>
              </a:rPr>
              <a:t>Action Plan 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solidFill>
                  <a:srgbClr val="FFFFFF"/>
                </a:solidFill>
              </a:rPr>
              <a:t>Build 1 strong project</a:t>
            </a:r>
          </a:p>
          <a:p>
            <a:r>
              <a:rPr sz="2400">
                <a:solidFill>
                  <a:srgbClr val="FFFFFF"/>
                </a:solidFill>
              </a:rPr>
              <a:t>Add real features</a:t>
            </a:r>
          </a:p>
          <a:p>
            <a:r>
              <a:rPr sz="2400">
                <a:solidFill>
                  <a:srgbClr val="FFFFFF"/>
                </a:solidFill>
              </a:rPr>
              <a:t>Understand everything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</TotalTime>
  <Words>134</Words>
  <Application>Microsoft Office PowerPoint</Application>
  <PresentationFormat>On-screen Show (4:3)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Build REAL Spring Boot Project 🚀</vt:lpstr>
      <vt:lpstr>The Problem 🤯</vt:lpstr>
      <vt:lpstr>What is a REAL Project? 💡</vt:lpstr>
      <vt:lpstr>Project Idea 🔥</vt:lpstr>
      <vt:lpstr>Step 1 🧩</vt:lpstr>
      <vt:lpstr>Step 2 ⚙️</vt:lpstr>
      <vt:lpstr>Step 3 🛠</vt:lpstr>
      <vt:lpstr>Step 4 🔐</vt:lpstr>
      <vt:lpstr>Step 5 ⚠️</vt:lpstr>
      <vt:lpstr>Step 6 📊</vt:lpstr>
      <vt:lpstr>Common Mistakes ❌</vt:lpstr>
      <vt:lpstr>Truth Bomb 💥</vt:lpstr>
      <vt:lpstr>Action Plan 🎯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2</cp:revision>
  <dcterms:created xsi:type="dcterms:W3CDTF">2013-01-27T09:14:16Z</dcterms:created>
  <dcterms:modified xsi:type="dcterms:W3CDTF">2026-04-12T12:11:41Z</dcterms:modified>
  <cp:category/>
</cp:coreProperties>
</file>